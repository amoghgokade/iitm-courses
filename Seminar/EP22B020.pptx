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4"/>
  </p:notesMasterIdLst>
  <p:sldIdLst>
    <p:sldId id="256" r:id="rId2"/>
    <p:sldId id="257" r:id="rId3"/>
    <p:sldId id="259" r:id="rId4"/>
    <p:sldId id="263" r:id="rId5"/>
    <p:sldId id="264" r:id="rId6"/>
    <p:sldId id="261" r:id="rId7"/>
    <p:sldId id="265" r:id="rId8"/>
    <p:sldId id="266" r:id="rId9"/>
    <p:sldId id="267" r:id="rId10"/>
    <p:sldId id="268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5F360C-B404-498A-91DC-A63404F7D15D}" type="doc">
      <dgm:prSet loTypeId="urn:microsoft.com/office/officeart/2005/8/layout/orgChart1" loCatId="hierarchy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10CC63A-B8A6-4B8D-8B78-1F984F1B8D24}">
      <dgm:prSet phldrT="[Text]" phldr="0" custT="1"/>
      <dgm:spPr/>
      <dgm:t>
        <a:bodyPr/>
        <a:lstStyle/>
        <a:p>
          <a:r>
            <a:rPr lang="en-IN" sz="1600" dirty="0"/>
            <a:t>Inverters</a:t>
          </a:r>
          <a:endParaRPr lang="en-IN" sz="1000" dirty="0"/>
        </a:p>
      </dgm:t>
    </dgm:pt>
    <dgm:pt modelId="{FA774C0C-B79C-4A8C-ADF2-EAA333027781}" type="parTrans" cxnId="{69D125F3-454D-4766-A0F5-8836EEC44E8E}">
      <dgm:prSet/>
      <dgm:spPr/>
      <dgm:t>
        <a:bodyPr/>
        <a:lstStyle/>
        <a:p>
          <a:endParaRPr lang="en-IN"/>
        </a:p>
      </dgm:t>
    </dgm:pt>
    <dgm:pt modelId="{1995AD8E-B945-4EB9-95B9-8BE6843E889C}" type="sibTrans" cxnId="{69D125F3-454D-4766-A0F5-8836EEC44E8E}">
      <dgm:prSet/>
      <dgm:spPr/>
      <dgm:t>
        <a:bodyPr/>
        <a:lstStyle/>
        <a:p>
          <a:endParaRPr lang="en-IN"/>
        </a:p>
      </dgm:t>
    </dgm:pt>
    <dgm:pt modelId="{F0CE210F-3CC0-44A8-8EF7-DCC613378CB8}">
      <dgm:prSet phldrT="[Text]" phldr="0"/>
      <dgm:spPr/>
      <dgm:t>
        <a:bodyPr/>
        <a:lstStyle/>
        <a:p>
          <a:r>
            <a:rPr lang="en-IN" dirty="0"/>
            <a:t>VSI</a:t>
          </a:r>
          <a:br>
            <a:rPr lang="en-IN" dirty="0"/>
          </a:br>
          <a:r>
            <a:rPr lang="en-IN" dirty="0"/>
            <a:t>(Voltage Source Inverters)</a:t>
          </a:r>
        </a:p>
      </dgm:t>
    </dgm:pt>
    <dgm:pt modelId="{D3C276AA-6575-4AD1-93C8-9A370D2A97E7}" type="parTrans" cxnId="{8614D771-7E69-4303-A40A-E6FD3B041A7F}">
      <dgm:prSet/>
      <dgm:spPr/>
      <dgm:t>
        <a:bodyPr/>
        <a:lstStyle/>
        <a:p>
          <a:endParaRPr lang="en-IN"/>
        </a:p>
      </dgm:t>
    </dgm:pt>
    <dgm:pt modelId="{91E141CE-0CCF-4394-93A0-AA10989046A6}" type="sibTrans" cxnId="{8614D771-7E69-4303-A40A-E6FD3B041A7F}">
      <dgm:prSet/>
      <dgm:spPr/>
      <dgm:t>
        <a:bodyPr/>
        <a:lstStyle/>
        <a:p>
          <a:endParaRPr lang="en-IN"/>
        </a:p>
      </dgm:t>
    </dgm:pt>
    <dgm:pt modelId="{813CEE9B-87AF-49AC-B509-84736213C5CC}">
      <dgm:prSet phldrT="[Text]" phldr="0"/>
      <dgm:spPr/>
      <dgm:t>
        <a:bodyPr/>
        <a:lstStyle/>
        <a:p>
          <a:r>
            <a:rPr lang="en-IN" dirty="0"/>
            <a:t>CSI</a:t>
          </a:r>
          <a:br>
            <a:rPr lang="en-IN" dirty="0"/>
          </a:br>
          <a:r>
            <a:rPr lang="en-IN" dirty="0"/>
            <a:t>(Current Source Inverters)</a:t>
          </a:r>
        </a:p>
      </dgm:t>
    </dgm:pt>
    <dgm:pt modelId="{D9A54F16-986D-4BA6-AFF9-43787FD29529}" type="parTrans" cxnId="{3E20282C-2203-40E9-9CB3-3FE1A27206A5}">
      <dgm:prSet/>
      <dgm:spPr/>
      <dgm:t>
        <a:bodyPr/>
        <a:lstStyle/>
        <a:p>
          <a:endParaRPr lang="en-IN"/>
        </a:p>
      </dgm:t>
    </dgm:pt>
    <dgm:pt modelId="{72D8DA46-216D-4D89-8D14-54D0BB53BF34}" type="sibTrans" cxnId="{3E20282C-2203-40E9-9CB3-3FE1A27206A5}">
      <dgm:prSet/>
      <dgm:spPr/>
      <dgm:t>
        <a:bodyPr/>
        <a:lstStyle/>
        <a:p>
          <a:endParaRPr lang="en-IN"/>
        </a:p>
      </dgm:t>
    </dgm:pt>
    <dgm:pt modelId="{D05B2CBD-816A-4343-9643-CD8A914C699F}">
      <dgm:prSet phldrT="[Text]" phldr="0"/>
      <dgm:spPr/>
      <dgm:t>
        <a:bodyPr/>
        <a:lstStyle/>
        <a:p>
          <a:r>
            <a:rPr lang="en-IN" dirty="0"/>
            <a:t>ZSI</a:t>
          </a:r>
          <a:br>
            <a:rPr lang="en-IN" dirty="0"/>
          </a:br>
          <a:r>
            <a:rPr lang="en-IN" dirty="0"/>
            <a:t>(Impedance Source Inverters)</a:t>
          </a:r>
        </a:p>
      </dgm:t>
    </dgm:pt>
    <dgm:pt modelId="{B915FCE5-7246-4AE4-B1E0-41BA5FD8A6E5}" type="parTrans" cxnId="{9A167D57-1287-42B2-9E99-170DD8F1E859}">
      <dgm:prSet/>
      <dgm:spPr/>
      <dgm:t>
        <a:bodyPr/>
        <a:lstStyle/>
        <a:p>
          <a:endParaRPr lang="en-IN"/>
        </a:p>
      </dgm:t>
    </dgm:pt>
    <dgm:pt modelId="{CBD754A9-7E4F-4B6D-82ED-74A7D801B8CD}" type="sibTrans" cxnId="{9A167D57-1287-42B2-9E99-170DD8F1E859}">
      <dgm:prSet/>
      <dgm:spPr/>
      <dgm:t>
        <a:bodyPr/>
        <a:lstStyle/>
        <a:p>
          <a:endParaRPr lang="en-IN"/>
        </a:p>
      </dgm:t>
    </dgm:pt>
    <dgm:pt modelId="{01AC4AE4-BF02-42E2-B540-B293A10EDA99}">
      <dgm:prSet phldrT="[Text]" phldr="0"/>
      <dgm:spPr/>
      <dgm:t>
        <a:bodyPr/>
        <a:lstStyle/>
        <a:p>
          <a:r>
            <a:rPr lang="en-IN"/>
            <a:t>PWM inverters</a:t>
          </a:r>
          <a:endParaRPr lang="en-IN" dirty="0"/>
        </a:p>
      </dgm:t>
    </dgm:pt>
    <dgm:pt modelId="{181CA61B-80C5-4C89-A4A5-5108A6CCA28A}" type="parTrans" cxnId="{C5F20D25-B63D-429E-B383-333A8086485B}">
      <dgm:prSet/>
      <dgm:spPr/>
      <dgm:t>
        <a:bodyPr/>
        <a:lstStyle/>
        <a:p>
          <a:endParaRPr lang="en-IN"/>
        </a:p>
      </dgm:t>
    </dgm:pt>
    <dgm:pt modelId="{CEC79B0B-03A2-4ED0-B0B1-5C20AD4987DC}" type="sibTrans" cxnId="{C5F20D25-B63D-429E-B383-333A8086485B}">
      <dgm:prSet/>
      <dgm:spPr/>
      <dgm:t>
        <a:bodyPr/>
        <a:lstStyle/>
        <a:p>
          <a:endParaRPr lang="en-IN"/>
        </a:p>
      </dgm:t>
    </dgm:pt>
    <dgm:pt modelId="{F1FF8BF5-B347-4CB2-9CA4-17CACAB08C19}">
      <dgm:prSet phldrT="[Text]" phldr="0"/>
      <dgm:spPr/>
      <dgm:t>
        <a:bodyPr/>
        <a:lstStyle/>
        <a:p>
          <a:r>
            <a:rPr lang="en-IN" dirty="0"/>
            <a:t>Square Wave Inverters</a:t>
          </a:r>
        </a:p>
      </dgm:t>
    </dgm:pt>
    <dgm:pt modelId="{3872B638-BE11-44AF-8403-E89BF1AE106E}" type="parTrans" cxnId="{A5ECFC34-CA1F-421D-BAA7-E17F20635BFF}">
      <dgm:prSet/>
      <dgm:spPr/>
      <dgm:t>
        <a:bodyPr/>
        <a:lstStyle/>
        <a:p>
          <a:endParaRPr lang="en-IN"/>
        </a:p>
      </dgm:t>
    </dgm:pt>
    <dgm:pt modelId="{3E8FBF46-E723-402F-ADB2-D4F07BABDA0E}" type="sibTrans" cxnId="{A5ECFC34-CA1F-421D-BAA7-E17F20635BFF}">
      <dgm:prSet/>
      <dgm:spPr/>
      <dgm:t>
        <a:bodyPr/>
        <a:lstStyle/>
        <a:p>
          <a:endParaRPr lang="en-IN"/>
        </a:p>
      </dgm:t>
    </dgm:pt>
    <dgm:pt modelId="{E641D230-9038-4334-A933-B81E94F5FE92}">
      <dgm:prSet phldrT="[Text]" phldr="0"/>
      <dgm:spPr/>
      <dgm:t>
        <a:bodyPr/>
        <a:lstStyle/>
        <a:p>
          <a:r>
            <a:rPr lang="en-IN"/>
            <a:t>Square Wave Inverters with voltage classification</a:t>
          </a:r>
          <a:endParaRPr lang="en-IN" dirty="0"/>
        </a:p>
      </dgm:t>
    </dgm:pt>
    <dgm:pt modelId="{73C0D83E-E462-4A1D-8A28-9CDBAFE916C3}" type="parTrans" cxnId="{A9EEF5C3-51D0-49CF-8AD0-78A25D9AA80A}">
      <dgm:prSet/>
      <dgm:spPr/>
      <dgm:t>
        <a:bodyPr/>
        <a:lstStyle/>
        <a:p>
          <a:endParaRPr lang="en-IN"/>
        </a:p>
      </dgm:t>
    </dgm:pt>
    <dgm:pt modelId="{4166DE8C-CA8C-49BF-87D9-DD4EA4280F10}" type="sibTrans" cxnId="{A9EEF5C3-51D0-49CF-8AD0-78A25D9AA80A}">
      <dgm:prSet/>
      <dgm:spPr/>
      <dgm:t>
        <a:bodyPr/>
        <a:lstStyle/>
        <a:p>
          <a:endParaRPr lang="en-IN"/>
        </a:p>
      </dgm:t>
    </dgm:pt>
    <dgm:pt modelId="{C477A016-B282-45E2-B6C0-AE03001C863F}" type="pres">
      <dgm:prSet presAssocID="{E15F360C-B404-498A-91DC-A63404F7D15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51AF0B1-2FA9-46C0-A5D9-004B4A9B2FEB}" type="pres">
      <dgm:prSet presAssocID="{010CC63A-B8A6-4B8D-8B78-1F984F1B8D24}" presName="hierRoot1" presStyleCnt="0">
        <dgm:presLayoutVars>
          <dgm:hierBranch val="init"/>
        </dgm:presLayoutVars>
      </dgm:prSet>
      <dgm:spPr/>
    </dgm:pt>
    <dgm:pt modelId="{64480E30-5160-4C57-A53B-D0F1F55485AD}" type="pres">
      <dgm:prSet presAssocID="{010CC63A-B8A6-4B8D-8B78-1F984F1B8D24}" presName="rootComposite1" presStyleCnt="0"/>
      <dgm:spPr/>
    </dgm:pt>
    <dgm:pt modelId="{FDC495C2-3EDF-43AC-9302-77540B0B83E3}" type="pres">
      <dgm:prSet presAssocID="{010CC63A-B8A6-4B8D-8B78-1F984F1B8D24}" presName="rootText1" presStyleLbl="node0" presStyleIdx="0" presStyleCnt="1">
        <dgm:presLayoutVars>
          <dgm:chPref val="3"/>
        </dgm:presLayoutVars>
      </dgm:prSet>
      <dgm:spPr/>
    </dgm:pt>
    <dgm:pt modelId="{E76FB79E-8B1A-4AC1-9A2D-412140A5F42C}" type="pres">
      <dgm:prSet presAssocID="{010CC63A-B8A6-4B8D-8B78-1F984F1B8D24}" presName="rootConnector1" presStyleLbl="node1" presStyleIdx="0" presStyleCnt="0"/>
      <dgm:spPr/>
    </dgm:pt>
    <dgm:pt modelId="{FD709431-5754-475F-BF78-CCC449CEAC14}" type="pres">
      <dgm:prSet presAssocID="{010CC63A-B8A6-4B8D-8B78-1F984F1B8D24}" presName="hierChild2" presStyleCnt="0"/>
      <dgm:spPr/>
    </dgm:pt>
    <dgm:pt modelId="{CBC2FB4A-249F-46F7-A5E0-5617859A900A}" type="pres">
      <dgm:prSet presAssocID="{D3C276AA-6575-4AD1-93C8-9A370D2A97E7}" presName="Name37" presStyleLbl="parChTrans1D2" presStyleIdx="0" presStyleCnt="3"/>
      <dgm:spPr/>
    </dgm:pt>
    <dgm:pt modelId="{A343C6E5-3C07-4E58-8F33-739D04EAB353}" type="pres">
      <dgm:prSet presAssocID="{F0CE210F-3CC0-44A8-8EF7-DCC613378CB8}" presName="hierRoot2" presStyleCnt="0">
        <dgm:presLayoutVars>
          <dgm:hierBranch val="init"/>
        </dgm:presLayoutVars>
      </dgm:prSet>
      <dgm:spPr/>
    </dgm:pt>
    <dgm:pt modelId="{C342276F-473C-4EDF-83FC-E8DD7DCD8CAE}" type="pres">
      <dgm:prSet presAssocID="{F0CE210F-3CC0-44A8-8EF7-DCC613378CB8}" presName="rootComposite" presStyleCnt="0"/>
      <dgm:spPr/>
    </dgm:pt>
    <dgm:pt modelId="{D9FBDEC8-2923-4A78-9FF2-05600CE4D509}" type="pres">
      <dgm:prSet presAssocID="{F0CE210F-3CC0-44A8-8EF7-DCC613378CB8}" presName="rootText" presStyleLbl="node2" presStyleIdx="0" presStyleCnt="3" custScaleX="148031">
        <dgm:presLayoutVars>
          <dgm:chPref val="3"/>
        </dgm:presLayoutVars>
      </dgm:prSet>
      <dgm:spPr/>
    </dgm:pt>
    <dgm:pt modelId="{619D1F1F-A31C-4E00-AE81-1492E5FBF26A}" type="pres">
      <dgm:prSet presAssocID="{F0CE210F-3CC0-44A8-8EF7-DCC613378CB8}" presName="rootConnector" presStyleLbl="node2" presStyleIdx="0" presStyleCnt="3"/>
      <dgm:spPr/>
    </dgm:pt>
    <dgm:pt modelId="{BD13F872-DA87-4B28-A4F4-6936C0C570F8}" type="pres">
      <dgm:prSet presAssocID="{F0CE210F-3CC0-44A8-8EF7-DCC613378CB8}" presName="hierChild4" presStyleCnt="0"/>
      <dgm:spPr/>
    </dgm:pt>
    <dgm:pt modelId="{BF441E11-F73E-4C6B-A9FC-1E233B46C698}" type="pres">
      <dgm:prSet presAssocID="{181CA61B-80C5-4C89-A4A5-5108A6CCA28A}" presName="Name37" presStyleLbl="parChTrans1D3" presStyleIdx="0" presStyleCnt="3"/>
      <dgm:spPr/>
    </dgm:pt>
    <dgm:pt modelId="{D020E6A1-5140-435E-8503-BE1D67FCF958}" type="pres">
      <dgm:prSet presAssocID="{01AC4AE4-BF02-42E2-B540-B293A10EDA99}" presName="hierRoot2" presStyleCnt="0">
        <dgm:presLayoutVars>
          <dgm:hierBranch val="init"/>
        </dgm:presLayoutVars>
      </dgm:prSet>
      <dgm:spPr/>
    </dgm:pt>
    <dgm:pt modelId="{11699593-BA9F-4433-80CC-728EB731326A}" type="pres">
      <dgm:prSet presAssocID="{01AC4AE4-BF02-42E2-B540-B293A10EDA99}" presName="rootComposite" presStyleCnt="0"/>
      <dgm:spPr/>
    </dgm:pt>
    <dgm:pt modelId="{05F8078A-C7D3-48F3-B43D-6D786FD8BB5A}" type="pres">
      <dgm:prSet presAssocID="{01AC4AE4-BF02-42E2-B540-B293A10EDA99}" presName="rootText" presStyleLbl="node3" presStyleIdx="0" presStyleCnt="3">
        <dgm:presLayoutVars>
          <dgm:chPref val="3"/>
        </dgm:presLayoutVars>
      </dgm:prSet>
      <dgm:spPr/>
    </dgm:pt>
    <dgm:pt modelId="{E718B69F-B0BB-4DDF-AC8B-B701DAA5BFFA}" type="pres">
      <dgm:prSet presAssocID="{01AC4AE4-BF02-42E2-B540-B293A10EDA99}" presName="rootConnector" presStyleLbl="node3" presStyleIdx="0" presStyleCnt="3"/>
      <dgm:spPr/>
    </dgm:pt>
    <dgm:pt modelId="{64DF2763-8833-4B91-B45C-99883E4E9BDD}" type="pres">
      <dgm:prSet presAssocID="{01AC4AE4-BF02-42E2-B540-B293A10EDA99}" presName="hierChild4" presStyleCnt="0"/>
      <dgm:spPr/>
    </dgm:pt>
    <dgm:pt modelId="{51B539A4-1E84-4C0F-92C2-E8926E4ADE7E}" type="pres">
      <dgm:prSet presAssocID="{01AC4AE4-BF02-42E2-B540-B293A10EDA99}" presName="hierChild5" presStyleCnt="0"/>
      <dgm:spPr/>
    </dgm:pt>
    <dgm:pt modelId="{970F26CE-82FB-4457-BF55-FFDE40AF6EA3}" type="pres">
      <dgm:prSet presAssocID="{3872B638-BE11-44AF-8403-E89BF1AE106E}" presName="Name37" presStyleLbl="parChTrans1D3" presStyleIdx="1" presStyleCnt="3"/>
      <dgm:spPr/>
    </dgm:pt>
    <dgm:pt modelId="{04FC17F9-4C52-4DA6-A1E4-C16A8F1AB5C3}" type="pres">
      <dgm:prSet presAssocID="{F1FF8BF5-B347-4CB2-9CA4-17CACAB08C19}" presName="hierRoot2" presStyleCnt="0">
        <dgm:presLayoutVars>
          <dgm:hierBranch val="init"/>
        </dgm:presLayoutVars>
      </dgm:prSet>
      <dgm:spPr/>
    </dgm:pt>
    <dgm:pt modelId="{651D4838-D3E3-4CD9-B279-8D3477D5E611}" type="pres">
      <dgm:prSet presAssocID="{F1FF8BF5-B347-4CB2-9CA4-17CACAB08C19}" presName="rootComposite" presStyleCnt="0"/>
      <dgm:spPr/>
    </dgm:pt>
    <dgm:pt modelId="{8E667223-F8CD-47BF-938F-E0A6E8C61DE4}" type="pres">
      <dgm:prSet presAssocID="{F1FF8BF5-B347-4CB2-9CA4-17CACAB08C19}" presName="rootText" presStyleLbl="node3" presStyleIdx="1" presStyleCnt="3">
        <dgm:presLayoutVars>
          <dgm:chPref val="3"/>
        </dgm:presLayoutVars>
      </dgm:prSet>
      <dgm:spPr/>
    </dgm:pt>
    <dgm:pt modelId="{BC7BCE83-A6B0-4BDC-A6A7-84F77733A559}" type="pres">
      <dgm:prSet presAssocID="{F1FF8BF5-B347-4CB2-9CA4-17CACAB08C19}" presName="rootConnector" presStyleLbl="node3" presStyleIdx="1" presStyleCnt="3"/>
      <dgm:spPr/>
    </dgm:pt>
    <dgm:pt modelId="{68A9D663-7D1C-478E-B392-F4B2894CE38E}" type="pres">
      <dgm:prSet presAssocID="{F1FF8BF5-B347-4CB2-9CA4-17CACAB08C19}" presName="hierChild4" presStyleCnt="0"/>
      <dgm:spPr/>
    </dgm:pt>
    <dgm:pt modelId="{DB644B43-FBD5-48FC-9A54-D5B0FF957EF9}" type="pres">
      <dgm:prSet presAssocID="{F1FF8BF5-B347-4CB2-9CA4-17CACAB08C19}" presName="hierChild5" presStyleCnt="0"/>
      <dgm:spPr/>
    </dgm:pt>
    <dgm:pt modelId="{6951824A-C30A-4B4A-9452-CB65044E0282}" type="pres">
      <dgm:prSet presAssocID="{73C0D83E-E462-4A1D-8A28-9CDBAFE916C3}" presName="Name37" presStyleLbl="parChTrans1D3" presStyleIdx="2" presStyleCnt="3"/>
      <dgm:spPr/>
    </dgm:pt>
    <dgm:pt modelId="{2229FB5C-ABCC-4391-8FD7-078793901CDF}" type="pres">
      <dgm:prSet presAssocID="{E641D230-9038-4334-A933-B81E94F5FE92}" presName="hierRoot2" presStyleCnt="0">
        <dgm:presLayoutVars>
          <dgm:hierBranch val="init"/>
        </dgm:presLayoutVars>
      </dgm:prSet>
      <dgm:spPr/>
    </dgm:pt>
    <dgm:pt modelId="{F9DE0B5B-98F1-4D8E-8DFC-3A762DC45544}" type="pres">
      <dgm:prSet presAssocID="{E641D230-9038-4334-A933-B81E94F5FE92}" presName="rootComposite" presStyleCnt="0"/>
      <dgm:spPr/>
    </dgm:pt>
    <dgm:pt modelId="{FDEB68F3-765C-4C36-9EF1-6F6AE2B95A3D}" type="pres">
      <dgm:prSet presAssocID="{E641D230-9038-4334-A933-B81E94F5FE92}" presName="rootText" presStyleLbl="node3" presStyleIdx="2" presStyleCnt="3">
        <dgm:presLayoutVars>
          <dgm:chPref val="3"/>
        </dgm:presLayoutVars>
      </dgm:prSet>
      <dgm:spPr/>
    </dgm:pt>
    <dgm:pt modelId="{7D0AC04A-3560-49FE-8239-013A06412E2F}" type="pres">
      <dgm:prSet presAssocID="{E641D230-9038-4334-A933-B81E94F5FE92}" presName="rootConnector" presStyleLbl="node3" presStyleIdx="2" presStyleCnt="3"/>
      <dgm:spPr/>
    </dgm:pt>
    <dgm:pt modelId="{785C4A2F-C54B-42BF-936C-F1F9655D499F}" type="pres">
      <dgm:prSet presAssocID="{E641D230-9038-4334-A933-B81E94F5FE92}" presName="hierChild4" presStyleCnt="0"/>
      <dgm:spPr/>
    </dgm:pt>
    <dgm:pt modelId="{80224BFF-5013-43C9-ABFD-7260D19B5AF5}" type="pres">
      <dgm:prSet presAssocID="{E641D230-9038-4334-A933-B81E94F5FE92}" presName="hierChild5" presStyleCnt="0"/>
      <dgm:spPr/>
    </dgm:pt>
    <dgm:pt modelId="{5EC2217F-8A83-478C-852A-BB135D240882}" type="pres">
      <dgm:prSet presAssocID="{F0CE210F-3CC0-44A8-8EF7-DCC613378CB8}" presName="hierChild5" presStyleCnt="0"/>
      <dgm:spPr/>
    </dgm:pt>
    <dgm:pt modelId="{75702C48-F80A-4A91-97C3-1C98748AA6F0}" type="pres">
      <dgm:prSet presAssocID="{D9A54F16-986D-4BA6-AFF9-43787FD29529}" presName="Name37" presStyleLbl="parChTrans1D2" presStyleIdx="1" presStyleCnt="3"/>
      <dgm:spPr/>
    </dgm:pt>
    <dgm:pt modelId="{1DAACDE2-DF96-40F4-BB70-9691EB4A2393}" type="pres">
      <dgm:prSet presAssocID="{813CEE9B-87AF-49AC-B509-84736213C5CC}" presName="hierRoot2" presStyleCnt="0">
        <dgm:presLayoutVars>
          <dgm:hierBranch val="init"/>
        </dgm:presLayoutVars>
      </dgm:prSet>
      <dgm:spPr/>
    </dgm:pt>
    <dgm:pt modelId="{8DDC5F7C-1844-41F9-ADD1-BEECF353AFF2}" type="pres">
      <dgm:prSet presAssocID="{813CEE9B-87AF-49AC-B509-84736213C5CC}" presName="rootComposite" presStyleCnt="0"/>
      <dgm:spPr/>
    </dgm:pt>
    <dgm:pt modelId="{5337DE12-074D-4DEF-8680-4EACBF3A6D9C}" type="pres">
      <dgm:prSet presAssocID="{813CEE9B-87AF-49AC-B509-84736213C5CC}" presName="rootText" presStyleLbl="node2" presStyleIdx="1" presStyleCnt="3" custScaleX="148031">
        <dgm:presLayoutVars>
          <dgm:chPref val="3"/>
        </dgm:presLayoutVars>
      </dgm:prSet>
      <dgm:spPr/>
    </dgm:pt>
    <dgm:pt modelId="{EB10CBF6-D20E-479A-A4A4-2502BFFEAB61}" type="pres">
      <dgm:prSet presAssocID="{813CEE9B-87AF-49AC-B509-84736213C5CC}" presName="rootConnector" presStyleLbl="node2" presStyleIdx="1" presStyleCnt="3"/>
      <dgm:spPr/>
    </dgm:pt>
    <dgm:pt modelId="{C92CD185-48B2-4CD5-A9EF-EAC9FA5FE013}" type="pres">
      <dgm:prSet presAssocID="{813CEE9B-87AF-49AC-B509-84736213C5CC}" presName="hierChild4" presStyleCnt="0"/>
      <dgm:spPr/>
    </dgm:pt>
    <dgm:pt modelId="{F7710C3A-7F70-436D-8DF2-BE1789737D7C}" type="pres">
      <dgm:prSet presAssocID="{813CEE9B-87AF-49AC-B509-84736213C5CC}" presName="hierChild5" presStyleCnt="0"/>
      <dgm:spPr/>
    </dgm:pt>
    <dgm:pt modelId="{1C8125A4-7FD4-463F-B45B-086184FC3B67}" type="pres">
      <dgm:prSet presAssocID="{B915FCE5-7246-4AE4-B1E0-41BA5FD8A6E5}" presName="Name37" presStyleLbl="parChTrans1D2" presStyleIdx="2" presStyleCnt="3"/>
      <dgm:spPr/>
    </dgm:pt>
    <dgm:pt modelId="{320348F7-7EFF-49BA-8E47-8458BD7CFF71}" type="pres">
      <dgm:prSet presAssocID="{D05B2CBD-816A-4343-9643-CD8A914C699F}" presName="hierRoot2" presStyleCnt="0">
        <dgm:presLayoutVars>
          <dgm:hierBranch val="init"/>
        </dgm:presLayoutVars>
      </dgm:prSet>
      <dgm:spPr/>
    </dgm:pt>
    <dgm:pt modelId="{33B3BD5C-A425-4DFA-9621-8E5FC0028006}" type="pres">
      <dgm:prSet presAssocID="{D05B2CBD-816A-4343-9643-CD8A914C699F}" presName="rootComposite" presStyleCnt="0"/>
      <dgm:spPr/>
    </dgm:pt>
    <dgm:pt modelId="{2F29E611-28F0-4289-9F8C-68593954F992}" type="pres">
      <dgm:prSet presAssocID="{D05B2CBD-816A-4343-9643-CD8A914C699F}" presName="rootText" presStyleLbl="node2" presStyleIdx="2" presStyleCnt="3" custScaleX="148031">
        <dgm:presLayoutVars>
          <dgm:chPref val="3"/>
        </dgm:presLayoutVars>
      </dgm:prSet>
      <dgm:spPr/>
    </dgm:pt>
    <dgm:pt modelId="{556FA96D-69E6-4556-8EE2-30ED071E8FBC}" type="pres">
      <dgm:prSet presAssocID="{D05B2CBD-816A-4343-9643-CD8A914C699F}" presName="rootConnector" presStyleLbl="node2" presStyleIdx="2" presStyleCnt="3"/>
      <dgm:spPr/>
    </dgm:pt>
    <dgm:pt modelId="{315C7A06-36AA-429B-BBAC-B0D5CFAE3DED}" type="pres">
      <dgm:prSet presAssocID="{D05B2CBD-816A-4343-9643-CD8A914C699F}" presName="hierChild4" presStyleCnt="0"/>
      <dgm:spPr/>
    </dgm:pt>
    <dgm:pt modelId="{08955AA1-8152-4ECA-82A1-C336E8265821}" type="pres">
      <dgm:prSet presAssocID="{D05B2CBD-816A-4343-9643-CD8A914C699F}" presName="hierChild5" presStyleCnt="0"/>
      <dgm:spPr/>
    </dgm:pt>
    <dgm:pt modelId="{D7D96076-E83C-42B9-96AF-9EE727808E94}" type="pres">
      <dgm:prSet presAssocID="{010CC63A-B8A6-4B8D-8B78-1F984F1B8D24}" presName="hierChild3" presStyleCnt="0"/>
      <dgm:spPr/>
    </dgm:pt>
  </dgm:ptLst>
  <dgm:cxnLst>
    <dgm:cxn modelId="{C79AF807-E12A-45B7-AEFB-A47F59213FF8}" type="presOf" srcId="{01AC4AE4-BF02-42E2-B540-B293A10EDA99}" destId="{E718B69F-B0BB-4DDF-AC8B-B701DAA5BFFA}" srcOrd="1" destOrd="0" presId="urn:microsoft.com/office/officeart/2005/8/layout/orgChart1"/>
    <dgm:cxn modelId="{31F1F90A-DC14-4F8D-978D-21022044DE64}" type="presOf" srcId="{B915FCE5-7246-4AE4-B1E0-41BA5FD8A6E5}" destId="{1C8125A4-7FD4-463F-B45B-086184FC3B67}" srcOrd="0" destOrd="0" presId="urn:microsoft.com/office/officeart/2005/8/layout/orgChart1"/>
    <dgm:cxn modelId="{19211E1B-DE22-4B15-A241-96120625F972}" type="presOf" srcId="{E15F360C-B404-498A-91DC-A63404F7D15D}" destId="{C477A016-B282-45E2-B6C0-AE03001C863F}" srcOrd="0" destOrd="0" presId="urn:microsoft.com/office/officeart/2005/8/layout/orgChart1"/>
    <dgm:cxn modelId="{CE5D2923-0079-4800-8C27-4A62D7F41F0B}" type="presOf" srcId="{E641D230-9038-4334-A933-B81E94F5FE92}" destId="{7D0AC04A-3560-49FE-8239-013A06412E2F}" srcOrd="1" destOrd="0" presId="urn:microsoft.com/office/officeart/2005/8/layout/orgChart1"/>
    <dgm:cxn modelId="{C5F20D25-B63D-429E-B383-333A8086485B}" srcId="{F0CE210F-3CC0-44A8-8EF7-DCC613378CB8}" destId="{01AC4AE4-BF02-42E2-B540-B293A10EDA99}" srcOrd="0" destOrd="0" parTransId="{181CA61B-80C5-4C89-A4A5-5108A6CCA28A}" sibTransId="{CEC79B0B-03A2-4ED0-B0B1-5C20AD4987DC}"/>
    <dgm:cxn modelId="{3E20282C-2203-40E9-9CB3-3FE1A27206A5}" srcId="{010CC63A-B8A6-4B8D-8B78-1F984F1B8D24}" destId="{813CEE9B-87AF-49AC-B509-84736213C5CC}" srcOrd="1" destOrd="0" parTransId="{D9A54F16-986D-4BA6-AFF9-43787FD29529}" sibTransId="{72D8DA46-216D-4D89-8D14-54D0BB53BF34}"/>
    <dgm:cxn modelId="{59B5592C-7B3B-495A-A015-75EA80080C41}" type="presOf" srcId="{D3C276AA-6575-4AD1-93C8-9A370D2A97E7}" destId="{CBC2FB4A-249F-46F7-A5E0-5617859A900A}" srcOrd="0" destOrd="0" presId="urn:microsoft.com/office/officeart/2005/8/layout/orgChart1"/>
    <dgm:cxn modelId="{A5ECFC34-CA1F-421D-BAA7-E17F20635BFF}" srcId="{F0CE210F-3CC0-44A8-8EF7-DCC613378CB8}" destId="{F1FF8BF5-B347-4CB2-9CA4-17CACAB08C19}" srcOrd="1" destOrd="0" parTransId="{3872B638-BE11-44AF-8403-E89BF1AE106E}" sibTransId="{3E8FBF46-E723-402F-ADB2-D4F07BABDA0E}"/>
    <dgm:cxn modelId="{E1AA9B3B-FA74-4D7E-9ECC-F877649C9106}" type="presOf" srcId="{813CEE9B-87AF-49AC-B509-84736213C5CC}" destId="{EB10CBF6-D20E-479A-A4A4-2502BFFEAB61}" srcOrd="1" destOrd="0" presId="urn:microsoft.com/office/officeart/2005/8/layout/orgChart1"/>
    <dgm:cxn modelId="{3A4C7A44-A41D-49FF-9F31-85B56254C2EF}" type="presOf" srcId="{E641D230-9038-4334-A933-B81E94F5FE92}" destId="{FDEB68F3-765C-4C36-9EF1-6F6AE2B95A3D}" srcOrd="0" destOrd="0" presId="urn:microsoft.com/office/officeart/2005/8/layout/orgChart1"/>
    <dgm:cxn modelId="{8614D771-7E69-4303-A40A-E6FD3B041A7F}" srcId="{010CC63A-B8A6-4B8D-8B78-1F984F1B8D24}" destId="{F0CE210F-3CC0-44A8-8EF7-DCC613378CB8}" srcOrd="0" destOrd="0" parTransId="{D3C276AA-6575-4AD1-93C8-9A370D2A97E7}" sibTransId="{91E141CE-0CCF-4394-93A0-AA10989046A6}"/>
    <dgm:cxn modelId="{9A167D57-1287-42B2-9E99-170DD8F1E859}" srcId="{010CC63A-B8A6-4B8D-8B78-1F984F1B8D24}" destId="{D05B2CBD-816A-4343-9643-CD8A914C699F}" srcOrd="2" destOrd="0" parTransId="{B915FCE5-7246-4AE4-B1E0-41BA5FD8A6E5}" sibTransId="{CBD754A9-7E4F-4B6D-82ED-74A7D801B8CD}"/>
    <dgm:cxn modelId="{BBA6C27A-E31D-4D57-8B55-84124D0AA078}" type="presOf" srcId="{181CA61B-80C5-4C89-A4A5-5108A6CCA28A}" destId="{BF441E11-F73E-4C6B-A9FC-1E233B46C698}" srcOrd="0" destOrd="0" presId="urn:microsoft.com/office/officeart/2005/8/layout/orgChart1"/>
    <dgm:cxn modelId="{9794198F-C3E1-448C-8AB5-25884517756A}" type="presOf" srcId="{D05B2CBD-816A-4343-9643-CD8A914C699F}" destId="{556FA96D-69E6-4556-8EE2-30ED071E8FBC}" srcOrd="1" destOrd="0" presId="urn:microsoft.com/office/officeart/2005/8/layout/orgChart1"/>
    <dgm:cxn modelId="{578A4C93-4B7D-420D-BC6B-D24D0F064C18}" type="presOf" srcId="{D9A54F16-986D-4BA6-AFF9-43787FD29529}" destId="{75702C48-F80A-4A91-97C3-1C98748AA6F0}" srcOrd="0" destOrd="0" presId="urn:microsoft.com/office/officeart/2005/8/layout/orgChart1"/>
    <dgm:cxn modelId="{ACF38793-3E25-4EAB-9E88-D91CCD5A3ABF}" type="presOf" srcId="{73C0D83E-E462-4A1D-8A28-9CDBAFE916C3}" destId="{6951824A-C30A-4B4A-9452-CB65044E0282}" srcOrd="0" destOrd="0" presId="urn:microsoft.com/office/officeart/2005/8/layout/orgChart1"/>
    <dgm:cxn modelId="{C9127099-98A7-474B-937C-4702EF4702B8}" type="presOf" srcId="{F1FF8BF5-B347-4CB2-9CA4-17CACAB08C19}" destId="{BC7BCE83-A6B0-4BDC-A6A7-84F77733A559}" srcOrd="1" destOrd="0" presId="urn:microsoft.com/office/officeart/2005/8/layout/orgChart1"/>
    <dgm:cxn modelId="{327805A7-1F09-4725-96EB-D876122E1FE5}" type="presOf" srcId="{010CC63A-B8A6-4B8D-8B78-1F984F1B8D24}" destId="{E76FB79E-8B1A-4AC1-9A2D-412140A5F42C}" srcOrd="1" destOrd="0" presId="urn:microsoft.com/office/officeart/2005/8/layout/orgChart1"/>
    <dgm:cxn modelId="{CA0582BD-8628-4ACB-8FB0-B1BB941144B3}" type="presOf" srcId="{3872B638-BE11-44AF-8403-E89BF1AE106E}" destId="{970F26CE-82FB-4457-BF55-FFDE40AF6EA3}" srcOrd="0" destOrd="0" presId="urn:microsoft.com/office/officeart/2005/8/layout/orgChart1"/>
    <dgm:cxn modelId="{A9EEF5C3-51D0-49CF-8AD0-78A25D9AA80A}" srcId="{F0CE210F-3CC0-44A8-8EF7-DCC613378CB8}" destId="{E641D230-9038-4334-A933-B81E94F5FE92}" srcOrd="2" destOrd="0" parTransId="{73C0D83E-E462-4A1D-8A28-9CDBAFE916C3}" sibTransId="{4166DE8C-CA8C-49BF-87D9-DD4EA4280F10}"/>
    <dgm:cxn modelId="{27D2B7E4-2613-4F5C-8B21-C486CF16019A}" type="presOf" srcId="{F0CE210F-3CC0-44A8-8EF7-DCC613378CB8}" destId="{D9FBDEC8-2923-4A78-9FF2-05600CE4D509}" srcOrd="0" destOrd="0" presId="urn:microsoft.com/office/officeart/2005/8/layout/orgChart1"/>
    <dgm:cxn modelId="{68A676E6-9893-4FCE-B7D7-782F633244BA}" type="presOf" srcId="{F1FF8BF5-B347-4CB2-9CA4-17CACAB08C19}" destId="{8E667223-F8CD-47BF-938F-E0A6E8C61DE4}" srcOrd="0" destOrd="0" presId="urn:microsoft.com/office/officeart/2005/8/layout/orgChart1"/>
    <dgm:cxn modelId="{D450D1E6-E3C7-4756-9E5D-0068A02C49B4}" type="presOf" srcId="{F0CE210F-3CC0-44A8-8EF7-DCC613378CB8}" destId="{619D1F1F-A31C-4E00-AE81-1492E5FBF26A}" srcOrd="1" destOrd="0" presId="urn:microsoft.com/office/officeart/2005/8/layout/orgChart1"/>
    <dgm:cxn modelId="{B62FB6ED-5A5D-4DA3-B735-F6376F3D66EB}" type="presOf" srcId="{D05B2CBD-816A-4343-9643-CD8A914C699F}" destId="{2F29E611-28F0-4289-9F8C-68593954F992}" srcOrd="0" destOrd="0" presId="urn:microsoft.com/office/officeart/2005/8/layout/orgChart1"/>
    <dgm:cxn modelId="{F6984BF2-F9A3-4642-961F-A98C0ADCB3BB}" type="presOf" srcId="{01AC4AE4-BF02-42E2-B540-B293A10EDA99}" destId="{05F8078A-C7D3-48F3-B43D-6D786FD8BB5A}" srcOrd="0" destOrd="0" presId="urn:microsoft.com/office/officeart/2005/8/layout/orgChart1"/>
    <dgm:cxn modelId="{69D125F3-454D-4766-A0F5-8836EEC44E8E}" srcId="{E15F360C-B404-498A-91DC-A63404F7D15D}" destId="{010CC63A-B8A6-4B8D-8B78-1F984F1B8D24}" srcOrd="0" destOrd="0" parTransId="{FA774C0C-B79C-4A8C-ADF2-EAA333027781}" sibTransId="{1995AD8E-B945-4EB9-95B9-8BE6843E889C}"/>
    <dgm:cxn modelId="{586D1EF5-A2B5-4CF0-956D-6651FE37ECD3}" type="presOf" srcId="{010CC63A-B8A6-4B8D-8B78-1F984F1B8D24}" destId="{FDC495C2-3EDF-43AC-9302-77540B0B83E3}" srcOrd="0" destOrd="0" presId="urn:microsoft.com/office/officeart/2005/8/layout/orgChart1"/>
    <dgm:cxn modelId="{5F04CFFA-AAF8-49B2-9CFF-2B9E739BC686}" type="presOf" srcId="{813CEE9B-87AF-49AC-B509-84736213C5CC}" destId="{5337DE12-074D-4DEF-8680-4EACBF3A6D9C}" srcOrd="0" destOrd="0" presId="urn:microsoft.com/office/officeart/2005/8/layout/orgChart1"/>
    <dgm:cxn modelId="{D5B9D138-6911-495D-A04A-DC2881A4C238}" type="presParOf" srcId="{C477A016-B282-45E2-B6C0-AE03001C863F}" destId="{B51AF0B1-2FA9-46C0-A5D9-004B4A9B2FEB}" srcOrd="0" destOrd="0" presId="urn:microsoft.com/office/officeart/2005/8/layout/orgChart1"/>
    <dgm:cxn modelId="{5A701DFF-7DBC-4FF8-83F2-8A775D430A0F}" type="presParOf" srcId="{B51AF0B1-2FA9-46C0-A5D9-004B4A9B2FEB}" destId="{64480E30-5160-4C57-A53B-D0F1F55485AD}" srcOrd="0" destOrd="0" presId="urn:microsoft.com/office/officeart/2005/8/layout/orgChart1"/>
    <dgm:cxn modelId="{A08ABFFE-46EB-4AD2-8D28-27CEDA4DF855}" type="presParOf" srcId="{64480E30-5160-4C57-A53B-D0F1F55485AD}" destId="{FDC495C2-3EDF-43AC-9302-77540B0B83E3}" srcOrd="0" destOrd="0" presId="urn:microsoft.com/office/officeart/2005/8/layout/orgChart1"/>
    <dgm:cxn modelId="{9DE08B3B-25C2-447A-BC36-07FA2D03E1B0}" type="presParOf" srcId="{64480E30-5160-4C57-A53B-D0F1F55485AD}" destId="{E76FB79E-8B1A-4AC1-9A2D-412140A5F42C}" srcOrd="1" destOrd="0" presId="urn:microsoft.com/office/officeart/2005/8/layout/orgChart1"/>
    <dgm:cxn modelId="{8544040D-51BC-4696-B8BF-2F1F0F1D9FAA}" type="presParOf" srcId="{B51AF0B1-2FA9-46C0-A5D9-004B4A9B2FEB}" destId="{FD709431-5754-475F-BF78-CCC449CEAC14}" srcOrd="1" destOrd="0" presId="urn:microsoft.com/office/officeart/2005/8/layout/orgChart1"/>
    <dgm:cxn modelId="{249A4C15-9DDB-4219-A726-94BBE2026F6B}" type="presParOf" srcId="{FD709431-5754-475F-BF78-CCC449CEAC14}" destId="{CBC2FB4A-249F-46F7-A5E0-5617859A900A}" srcOrd="0" destOrd="0" presId="urn:microsoft.com/office/officeart/2005/8/layout/orgChart1"/>
    <dgm:cxn modelId="{771714F9-BE1E-4832-BE7B-774E7DFDDF5E}" type="presParOf" srcId="{FD709431-5754-475F-BF78-CCC449CEAC14}" destId="{A343C6E5-3C07-4E58-8F33-739D04EAB353}" srcOrd="1" destOrd="0" presId="urn:microsoft.com/office/officeart/2005/8/layout/orgChart1"/>
    <dgm:cxn modelId="{F42F933B-F4E0-4599-8B2A-8267CDFD5222}" type="presParOf" srcId="{A343C6E5-3C07-4E58-8F33-739D04EAB353}" destId="{C342276F-473C-4EDF-83FC-E8DD7DCD8CAE}" srcOrd="0" destOrd="0" presId="urn:microsoft.com/office/officeart/2005/8/layout/orgChart1"/>
    <dgm:cxn modelId="{7924C519-4845-4ECF-BF0A-4569D006D75E}" type="presParOf" srcId="{C342276F-473C-4EDF-83FC-E8DD7DCD8CAE}" destId="{D9FBDEC8-2923-4A78-9FF2-05600CE4D509}" srcOrd="0" destOrd="0" presId="urn:microsoft.com/office/officeart/2005/8/layout/orgChart1"/>
    <dgm:cxn modelId="{F4D32B34-A501-4679-A369-B9F6D9B2ED2B}" type="presParOf" srcId="{C342276F-473C-4EDF-83FC-E8DD7DCD8CAE}" destId="{619D1F1F-A31C-4E00-AE81-1492E5FBF26A}" srcOrd="1" destOrd="0" presId="urn:microsoft.com/office/officeart/2005/8/layout/orgChart1"/>
    <dgm:cxn modelId="{EF042D8D-59F4-4B53-A038-D245637191E4}" type="presParOf" srcId="{A343C6E5-3C07-4E58-8F33-739D04EAB353}" destId="{BD13F872-DA87-4B28-A4F4-6936C0C570F8}" srcOrd="1" destOrd="0" presId="urn:microsoft.com/office/officeart/2005/8/layout/orgChart1"/>
    <dgm:cxn modelId="{96781F07-1758-4F40-A112-ECE1E61CCA7E}" type="presParOf" srcId="{BD13F872-DA87-4B28-A4F4-6936C0C570F8}" destId="{BF441E11-F73E-4C6B-A9FC-1E233B46C698}" srcOrd="0" destOrd="0" presId="urn:microsoft.com/office/officeart/2005/8/layout/orgChart1"/>
    <dgm:cxn modelId="{67339C5F-4F87-4795-9A6D-752A515604F2}" type="presParOf" srcId="{BD13F872-DA87-4B28-A4F4-6936C0C570F8}" destId="{D020E6A1-5140-435E-8503-BE1D67FCF958}" srcOrd="1" destOrd="0" presId="urn:microsoft.com/office/officeart/2005/8/layout/orgChart1"/>
    <dgm:cxn modelId="{07DB8123-2CE5-4C2D-9C7B-DF3A3FAE805E}" type="presParOf" srcId="{D020E6A1-5140-435E-8503-BE1D67FCF958}" destId="{11699593-BA9F-4433-80CC-728EB731326A}" srcOrd="0" destOrd="0" presId="urn:microsoft.com/office/officeart/2005/8/layout/orgChart1"/>
    <dgm:cxn modelId="{CCD5FEF4-FE4E-4D7C-8118-1D24329EA110}" type="presParOf" srcId="{11699593-BA9F-4433-80CC-728EB731326A}" destId="{05F8078A-C7D3-48F3-B43D-6D786FD8BB5A}" srcOrd="0" destOrd="0" presId="urn:microsoft.com/office/officeart/2005/8/layout/orgChart1"/>
    <dgm:cxn modelId="{C22382FB-99C6-4B53-B8B0-EF52F29F301B}" type="presParOf" srcId="{11699593-BA9F-4433-80CC-728EB731326A}" destId="{E718B69F-B0BB-4DDF-AC8B-B701DAA5BFFA}" srcOrd="1" destOrd="0" presId="urn:microsoft.com/office/officeart/2005/8/layout/orgChart1"/>
    <dgm:cxn modelId="{C3047FC1-CD8F-40C4-99A1-130EBB2920CD}" type="presParOf" srcId="{D020E6A1-5140-435E-8503-BE1D67FCF958}" destId="{64DF2763-8833-4B91-B45C-99883E4E9BDD}" srcOrd="1" destOrd="0" presId="urn:microsoft.com/office/officeart/2005/8/layout/orgChart1"/>
    <dgm:cxn modelId="{72850F79-53FE-450F-B5A5-61825525A337}" type="presParOf" srcId="{D020E6A1-5140-435E-8503-BE1D67FCF958}" destId="{51B539A4-1E84-4C0F-92C2-E8926E4ADE7E}" srcOrd="2" destOrd="0" presId="urn:microsoft.com/office/officeart/2005/8/layout/orgChart1"/>
    <dgm:cxn modelId="{55665CF8-BB39-4D62-BB3A-6C49AFDE77FE}" type="presParOf" srcId="{BD13F872-DA87-4B28-A4F4-6936C0C570F8}" destId="{970F26CE-82FB-4457-BF55-FFDE40AF6EA3}" srcOrd="2" destOrd="0" presId="urn:microsoft.com/office/officeart/2005/8/layout/orgChart1"/>
    <dgm:cxn modelId="{BD6134BC-2C8C-47B0-9B59-69D27876F9CA}" type="presParOf" srcId="{BD13F872-DA87-4B28-A4F4-6936C0C570F8}" destId="{04FC17F9-4C52-4DA6-A1E4-C16A8F1AB5C3}" srcOrd="3" destOrd="0" presId="urn:microsoft.com/office/officeart/2005/8/layout/orgChart1"/>
    <dgm:cxn modelId="{04EA2363-582A-414B-BB51-D4BFEA038644}" type="presParOf" srcId="{04FC17F9-4C52-4DA6-A1E4-C16A8F1AB5C3}" destId="{651D4838-D3E3-4CD9-B279-8D3477D5E611}" srcOrd="0" destOrd="0" presId="urn:microsoft.com/office/officeart/2005/8/layout/orgChart1"/>
    <dgm:cxn modelId="{7A81B5BF-9D65-4F72-8423-E83C98E16705}" type="presParOf" srcId="{651D4838-D3E3-4CD9-B279-8D3477D5E611}" destId="{8E667223-F8CD-47BF-938F-E0A6E8C61DE4}" srcOrd="0" destOrd="0" presId="urn:microsoft.com/office/officeart/2005/8/layout/orgChart1"/>
    <dgm:cxn modelId="{E36DE6E8-5834-4A53-9805-B52FB673DB7E}" type="presParOf" srcId="{651D4838-D3E3-4CD9-B279-8D3477D5E611}" destId="{BC7BCE83-A6B0-4BDC-A6A7-84F77733A559}" srcOrd="1" destOrd="0" presId="urn:microsoft.com/office/officeart/2005/8/layout/orgChart1"/>
    <dgm:cxn modelId="{E1FA7089-2E59-44A3-AF79-4966013C086F}" type="presParOf" srcId="{04FC17F9-4C52-4DA6-A1E4-C16A8F1AB5C3}" destId="{68A9D663-7D1C-478E-B392-F4B2894CE38E}" srcOrd="1" destOrd="0" presId="urn:microsoft.com/office/officeart/2005/8/layout/orgChart1"/>
    <dgm:cxn modelId="{E01A66D9-E782-40B0-ADB0-396CA585CAC4}" type="presParOf" srcId="{04FC17F9-4C52-4DA6-A1E4-C16A8F1AB5C3}" destId="{DB644B43-FBD5-48FC-9A54-D5B0FF957EF9}" srcOrd="2" destOrd="0" presId="urn:microsoft.com/office/officeart/2005/8/layout/orgChart1"/>
    <dgm:cxn modelId="{D44535E1-0E79-4EB1-A51C-A6D9DD374EEE}" type="presParOf" srcId="{BD13F872-DA87-4B28-A4F4-6936C0C570F8}" destId="{6951824A-C30A-4B4A-9452-CB65044E0282}" srcOrd="4" destOrd="0" presId="urn:microsoft.com/office/officeart/2005/8/layout/orgChart1"/>
    <dgm:cxn modelId="{9926AF75-547C-43D9-B4B5-202951F57467}" type="presParOf" srcId="{BD13F872-DA87-4B28-A4F4-6936C0C570F8}" destId="{2229FB5C-ABCC-4391-8FD7-078793901CDF}" srcOrd="5" destOrd="0" presId="urn:microsoft.com/office/officeart/2005/8/layout/orgChart1"/>
    <dgm:cxn modelId="{F7577DEB-25F5-4ECA-A1E1-E13C0E2E0788}" type="presParOf" srcId="{2229FB5C-ABCC-4391-8FD7-078793901CDF}" destId="{F9DE0B5B-98F1-4D8E-8DFC-3A762DC45544}" srcOrd="0" destOrd="0" presId="urn:microsoft.com/office/officeart/2005/8/layout/orgChart1"/>
    <dgm:cxn modelId="{C5BDFD2C-8B55-4403-9B53-B4A00E8292D7}" type="presParOf" srcId="{F9DE0B5B-98F1-4D8E-8DFC-3A762DC45544}" destId="{FDEB68F3-765C-4C36-9EF1-6F6AE2B95A3D}" srcOrd="0" destOrd="0" presId="urn:microsoft.com/office/officeart/2005/8/layout/orgChart1"/>
    <dgm:cxn modelId="{FDEFBB8D-2983-4E59-BC98-A3D4D2B3125F}" type="presParOf" srcId="{F9DE0B5B-98F1-4D8E-8DFC-3A762DC45544}" destId="{7D0AC04A-3560-49FE-8239-013A06412E2F}" srcOrd="1" destOrd="0" presId="urn:microsoft.com/office/officeart/2005/8/layout/orgChart1"/>
    <dgm:cxn modelId="{88862642-B63F-41CD-B90F-064888A044BC}" type="presParOf" srcId="{2229FB5C-ABCC-4391-8FD7-078793901CDF}" destId="{785C4A2F-C54B-42BF-936C-F1F9655D499F}" srcOrd="1" destOrd="0" presId="urn:microsoft.com/office/officeart/2005/8/layout/orgChart1"/>
    <dgm:cxn modelId="{27C6A0AB-A837-458F-9FE3-3EA2F1B8DB17}" type="presParOf" srcId="{2229FB5C-ABCC-4391-8FD7-078793901CDF}" destId="{80224BFF-5013-43C9-ABFD-7260D19B5AF5}" srcOrd="2" destOrd="0" presId="urn:microsoft.com/office/officeart/2005/8/layout/orgChart1"/>
    <dgm:cxn modelId="{AFEC1BB5-6E16-4F55-B2BB-1CF443AA3967}" type="presParOf" srcId="{A343C6E5-3C07-4E58-8F33-739D04EAB353}" destId="{5EC2217F-8A83-478C-852A-BB135D240882}" srcOrd="2" destOrd="0" presId="urn:microsoft.com/office/officeart/2005/8/layout/orgChart1"/>
    <dgm:cxn modelId="{367D18E9-9EA0-42AC-AF5A-AC1118EEED24}" type="presParOf" srcId="{FD709431-5754-475F-BF78-CCC449CEAC14}" destId="{75702C48-F80A-4A91-97C3-1C98748AA6F0}" srcOrd="2" destOrd="0" presId="urn:microsoft.com/office/officeart/2005/8/layout/orgChart1"/>
    <dgm:cxn modelId="{1CB5EF41-003A-47C7-AC61-88CC8C20D706}" type="presParOf" srcId="{FD709431-5754-475F-BF78-CCC449CEAC14}" destId="{1DAACDE2-DF96-40F4-BB70-9691EB4A2393}" srcOrd="3" destOrd="0" presId="urn:microsoft.com/office/officeart/2005/8/layout/orgChart1"/>
    <dgm:cxn modelId="{0B95B613-9A01-4084-8E63-0318CDC65C76}" type="presParOf" srcId="{1DAACDE2-DF96-40F4-BB70-9691EB4A2393}" destId="{8DDC5F7C-1844-41F9-ADD1-BEECF353AFF2}" srcOrd="0" destOrd="0" presId="urn:microsoft.com/office/officeart/2005/8/layout/orgChart1"/>
    <dgm:cxn modelId="{74E83013-85F9-4C34-8F9C-34A3E9B4C136}" type="presParOf" srcId="{8DDC5F7C-1844-41F9-ADD1-BEECF353AFF2}" destId="{5337DE12-074D-4DEF-8680-4EACBF3A6D9C}" srcOrd="0" destOrd="0" presId="urn:microsoft.com/office/officeart/2005/8/layout/orgChart1"/>
    <dgm:cxn modelId="{94835C4A-BFA7-4DB1-817E-86C456BB8CFC}" type="presParOf" srcId="{8DDC5F7C-1844-41F9-ADD1-BEECF353AFF2}" destId="{EB10CBF6-D20E-479A-A4A4-2502BFFEAB61}" srcOrd="1" destOrd="0" presId="urn:microsoft.com/office/officeart/2005/8/layout/orgChart1"/>
    <dgm:cxn modelId="{CD7D2033-E0CF-4E15-BAC4-478A793AE77F}" type="presParOf" srcId="{1DAACDE2-DF96-40F4-BB70-9691EB4A2393}" destId="{C92CD185-48B2-4CD5-A9EF-EAC9FA5FE013}" srcOrd="1" destOrd="0" presId="urn:microsoft.com/office/officeart/2005/8/layout/orgChart1"/>
    <dgm:cxn modelId="{BCCC8FC1-7A38-4A1B-BDCE-9E4EA2E55C1A}" type="presParOf" srcId="{1DAACDE2-DF96-40F4-BB70-9691EB4A2393}" destId="{F7710C3A-7F70-436D-8DF2-BE1789737D7C}" srcOrd="2" destOrd="0" presId="urn:microsoft.com/office/officeart/2005/8/layout/orgChart1"/>
    <dgm:cxn modelId="{82FEC463-2EB8-4FAF-BC28-AC3469D60B95}" type="presParOf" srcId="{FD709431-5754-475F-BF78-CCC449CEAC14}" destId="{1C8125A4-7FD4-463F-B45B-086184FC3B67}" srcOrd="4" destOrd="0" presId="urn:microsoft.com/office/officeart/2005/8/layout/orgChart1"/>
    <dgm:cxn modelId="{BF734573-FAF1-4064-BE6C-83EDC5ABB0B3}" type="presParOf" srcId="{FD709431-5754-475F-BF78-CCC449CEAC14}" destId="{320348F7-7EFF-49BA-8E47-8458BD7CFF71}" srcOrd="5" destOrd="0" presId="urn:microsoft.com/office/officeart/2005/8/layout/orgChart1"/>
    <dgm:cxn modelId="{A359D500-8C10-4291-8796-D0B13A50B0BA}" type="presParOf" srcId="{320348F7-7EFF-49BA-8E47-8458BD7CFF71}" destId="{33B3BD5C-A425-4DFA-9621-8E5FC0028006}" srcOrd="0" destOrd="0" presId="urn:microsoft.com/office/officeart/2005/8/layout/orgChart1"/>
    <dgm:cxn modelId="{BBCAB6B9-473B-4433-A286-B829145614A5}" type="presParOf" srcId="{33B3BD5C-A425-4DFA-9621-8E5FC0028006}" destId="{2F29E611-28F0-4289-9F8C-68593954F992}" srcOrd="0" destOrd="0" presId="urn:microsoft.com/office/officeart/2005/8/layout/orgChart1"/>
    <dgm:cxn modelId="{A2E9CE01-3620-40DD-9559-598A480BF5E4}" type="presParOf" srcId="{33B3BD5C-A425-4DFA-9621-8E5FC0028006}" destId="{556FA96D-69E6-4556-8EE2-30ED071E8FBC}" srcOrd="1" destOrd="0" presId="urn:microsoft.com/office/officeart/2005/8/layout/orgChart1"/>
    <dgm:cxn modelId="{A3415E48-1800-4B16-9D65-205E6DC0B11B}" type="presParOf" srcId="{320348F7-7EFF-49BA-8E47-8458BD7CFF71}" destId="{315C7A06-36AA-429B-BBAC-B0D5CFAE3DED}" srcOrd="1" destOrd="0" presId="urn:microsoft.com/office/officeart/2005/8/layout/orgChart1"/>
    <dgm:cxn modelId="{8ADFE918-FAA0-4B6A-B76D-9FA96D4822B4}" type="presParOf" srcId="{320348F7-7EFF-49BA-8E47-8458BD7CFF71}" destId="{08955AA1-8152-4ECA-82A1-C336E8265821}" srcOrd="2" destOrd="0" presId="urn:microsoft.com/office/officeart/2005/8/layout/orgChart1"/>
    <dgm:cxn modelId="{D9DC440F-4A31-4C29-BAB8-EDC3B9C6DDA5}" type="presParOf" srcId="{B51AF0B1-2FA9-46C0-A5D9-004B4A9B2FEB}" destId="{D7D96076-E83C-42B9-96AF-9EE727808E9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8125A4-7FD4-463F-B45B-086184FC3B67}">
      <dsp:nvSpPr>
        <dsp:cNvPr id="0" name=""/>
        <dsp:cNvSpPr/>
      </dsp:nvSpPr>
      <dsp:spPr>
        <a:xfrm>
          <a:off x="3056885" y="511761"/>
          <a:ext cx="1728248" cy="2147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356"/>
              </a:lnTo>
              <a:lnTo>
                <a:pt x="1728248" y="107356"/>
              </a:lnTo>
              <a:lnTo>
                <a:pt x="1728248" y="214713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702C48-F80A-4A91-97C3-1C98748AA6F0}">
      <dsp:nvSpPr>
        <dsp:cNvPr id="0" name=""/>
        <dsp:cNvSpPr/>
      </dsp:nvSpPr>
      <dsp:spPr>
        <a:xfrm>
          <a:off x="3011165" y="511761"/>
          <a:ext cx="91440" cy="21471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4713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51824A-C30A-4B4A-9452-CB65044E0282}">
      <dsp:nvSpPr>
        <dsp:cNvPr id="0" name=""/>
        <dsp:cNvSpPr/>
      </dsp:nvSpPr>
      <dsp:spPr>
        <a:xfrm>
          <a:off x="723223" y="1237697"/>
          <a:ext cx="227030" cy="19221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2195"/>
              </a:lnTo>
              <a:lnTo>
                <a:pt x="227030" y="1922195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0F26CE-82FB-4457-BF55-FFDE40AF6EA3}">
      <dsp:nvSpPr>
        <dsp:cNvPr id="0" name=""/>
        <dsp:cNvSpPr/>
      </dsp:nvSpPr>
      <dsp:spPr>
        <a:xfrm>
          <a:off x="723223" y="1237697"/>
          <a:ext cx="227030" cy="11962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6260"/>
              </a:lnTo>
              <a:lnTo>
                <a:pt x="227030" y="119626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441E11-F73E-4C6B-A9FC-1E233B46C698}">
      <dsp:nvSpPr>
        <dsp:cNvPr id="0" name=""/>
        <dsp:cNvSpPr/>
      </dsp:nvSpPr>
      <dsp:spPr>
        <a:xfrm>
          <a:off x="723223" y="1237697"/>
          <a:ext cx="227030" cy="4703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0324"/>
              </a:lnTo>
              <a:lnTo>
                <a:pt x="227030" y="470324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C2FB4A-249F-46F7-A5E0-5617859A900A}">
      <dsp:nvSpPr>
        <dsp:cNvPr id="0" name=""/>
        <dsp:cNvSpPr/>
      </dsp:nvSpPr>
      <dsp:spPr>
        <a:xfrm>
          <a:off x="1328636" y="511761"/>
          <a:ext cx="1728248" cy="214713"/>
        </a:xfrm>
        <a:custGeom>
          <a:avLst/>
          <a:gdLst/>
          <a:ahLst/>
          <a:cxnLst/>
          <a:rect l="0" t="0" r="0" b="0"/>
          <a:pathLst>
            <a:path>
              <a:moveTo>
                <a:pt x="1728248" y="0"/>
              </a:moveTo>
              <a:lnTo>
                <a:pt x="1728248" y="107356"/>
              </a:lnTo>
              <a:lnTo>
                <a:pt x="0" y="107356"/>
              </a:lnTo>
              <a:lnTo>
                <a:pt x="0" y="214713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C495C2-3EDF-43AC-9302-77540B0B83E3}">
      <dsp:nvSpPr>
        <dsp:cNvPr id="0" name=""/>
        <dsp:cNvSpPr/>
      </dsp:nvSpPr>
      <dsp:spPr>
        <a:xfrm>
          <a:off x="2545662" y="539"/>
          <a:ext cx="1022444" cy="5112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Inverters</a:t>
          </a:r>
          <a:endParaRPr lang="en-IN" sz="1000" kern="1200" dirty="0"/>
        </a:p>
      </dsp:txBody>
      <dsp:txXfrm>
        <a:off x="2545662" y="539"/>
        <a:ext cx="1022444" cy="511222"/>
      </dsp:txXfrm>
    </dsp:sp>
    <dsp:sp modelId="{D9FBDEC8-2923-4A78-9FF2-05600CE4D509}">
      <dsp:nvSpPr>
        <dsp:cNvPr id="0" name=""/>
        <dsp:cNvSpPr/>
      </dsp:nvSpPr>
      <dsp:spPr>
        <a:xfrm>
          <a:off x="571869" y="726475"/>
          <a:ext cx="1513534" cy="5112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VSI</a:t>
          </a:r>
          <a:br>
            <a:rPr lang="en-IN" sz="800" kern="1200" dirty="0"/>
          </a:br>
          <a:r>
            <a:rPr lang="en-IN" sz="800" kern="1200" dirty="0"/>
            <a:t>(Voltage Source Inverters)</a:t>
          </a:r>
        </a:p>
      </dsp:txBody>
      <dsp:txXfrm>
        <a:off x="571869" y="726475"/>
        <a:ext cx="1513534" cy="511222"/>
      </dsp:txXfrm>
    </dsp:sp>
    <dsp:sp modelId="{05F8078A-C7D3-48F3-B43D-6D786FD8BB5A}">
      <dsp:nvSpPr>
        <dsp:cNvPr id="0" name=""/>
        <dsp:cNvSpPr/>
      </dsp:nvSpPr>
      <dsp:spPr>
        <a:xfrm>
          <a:off x="950253" y="1452410"/>
          <a:ext cx="1022444" cy="5112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PWM inverters</a:t>
          </a:r>
          <a:endParaRPr lang="en-IN" sz="800" kern="1200" dirty="0"/>
        </a:p>
      </dsp:txBody>
      <dsp:txXfrm>
        <a:off x="950253" y="1452410"/>
        <a:ext cx="1022444" cy="511222"/>
      </dsp:txXfrm>
    </dsp:sp>
    <dsp:sp modelId="{8E667223-F8CD-47BF-938F-E0A6E8C61DE4}">
      <dsp:nvSpPr>
        <dsp:cNvPr id="0" name=""/>
        <dsp:cNvSpPr/>
      </dsp:nvSpPr>
      <dsp:spPr>
        <a:xfrm>
          <a:off x="950253" y="2178346"/>
          <a:ext cx="1022444" cy="5112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Square Wave Inverters</a:t>
          </a:r>
        </a:p>
      </dsp:txBody>
      <dsp:txXfrm>
        <a:off x="950253" y="2178346"/>
        <a:ext cx="1022444" cy="511222"/>
      </dsp:txXfrm>
    </dsp:sp>
    <dsp:sp modelId="{FDEB68F3-765C-4C36-9EF1-6F6AE2B95A3D}">
      <dsp:nvSpPr>
        <dsp:cNvPr id="0" name=""/>
        <dsp:cNvSpPr/>
      </dsp:nvSpPr>
      <dsp:spPr>
        <a:xfrm>
          <a:off x="950253" y="2904282"/>
          <a:ext cx="1022444" cy="5112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Square Wave Inverters with voltage classification</a:t>
          </a:r>
          <a:endParaRPr lang="en-IN" sz="800" kern="1200" dirty="0"/>
        </a:p>
      </dsp:txBody>
      <dsp:txXfrm>
        <a:off x="950253" y="2904282"/>
        <a:ext cx="1022444" cy="511222"/>
      </dsp:txXfrm>
    </dsp:sp>
    <dsp:sp modelId="{5337DE12-074D-4DEF-8680-4EACBF3A6D9C}">
      <dsp:nvSpPr>
        <dsp:cNvPr id="0" name=""/>
        <dsp:cNvSpPr/>
      </dsp:nvSpPr>
      <dsp:spPr>
        <a:xfrm>
          <a:off x="2300117" y="726475"/>
          <a:ext cx="1513534" cy="5112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CSI</a:t>
          </a:r>
          <a:br>
            <a:rPr lang="en-IN" sz="800" kern="1200" dirty="0"/>
          </a:br>
          <a:r>
            <a:rPr lang="en-IN" sz="800" kern="1200" dirty="0"/>
            <a:t>(Current Source Inverters)</a:t>
          </a:r>
        </a:p>
      </dsp:txBody>
      <dsp:txXfrm>
        <a:off x="2300117" y="726475"/>
        <a:ext cx="1513534" cy="511222"/>
      </dsp:txXfrm>
    </dsp:sp>
    <dsp:sp modelId="{2F29E611-28F0-4289-9F8C-68593954F992}">
      <dsp:nvSpPr>
        <dsp:cNvPr id="0" name=""/>
        <dsp:cNvSpPr/>
      </dsp:nvSpPr>
      <dsp:spPr>
        <a:xfrm>
          <a:off x="4028365" y="726475"/>
          <a:ext cx="1513534" cy="51122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ZSI</a:t>
          </a:r>
          <a:br>
            <a:rPr lang="en-IN" sz="800" kern="1200" dirty="0"/>
          </a:br>
          <a:r>
            <a:rPr lang="en-IN" sz="800" kern="1200" dirty="0"/>
            <a:t>(Impedance Source Inverters)</a:t>
          </a:r>
        </a:p>
      </dsp:txBody>
      <dsp:txXfrm>
        <a:off x="4028365" y="726475"/>
        <a:ext cx="1513534" cy="5112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5E282-917A-4FEB-84DD-C3F00657448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AE2A3-08E5-4C2A-B774-806C202E2B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577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 a UPS, the energy stored in the battery needs to be supplied as an AC voltage to the house’s appliances.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AE2A3-08E5-4C2A-B774-806C202E2B4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046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If mf is not an integer, the sine will cut the triangle after some time periods of the sine wave. Therefore, a low frequency component of this periodicity gets included in the gating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AE2A3-08E5-4C2A-B774-806C202E2B4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37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AE2A3-08E5-4C2A-B774-806C202E2B4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61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THD – measure of how close the waveform is to a sine wave</a:t>
            </a:r>
          </a:p>
          <a:p>
            <a:r>
              <a:rPr lang="en-IN" dirty="0"/>
              <a:t>mf = 25. </a:t>
            </a:r>
            <a:r>
              <a:rPr lang="en-IN" dirty="0" err="1"/>
              <a:t>fsw</a:t>
            </a:r>
            <a:r>
              <a:rPr lang="en-IN" dirty="0"/>
              <a:t> = 1250Hz, </a:t>
            </a:r>
            <a:r>
              <a:rPr lang="en-IN" dirty="0" err="1"/>
              <a:t>fo</a:t>
            </a:r>
            <a:r>
              <a:rPr lang="en-IN" dirty="0"/>
              <a:t> = 50Hz. </a:t>
            </a:r>
            <a:br>
              <a:rPr lang="en-IN" dirty="0"/>
            </a:br>
            <a:r>
              <a:rPr lang="en-IN" dirty="0"/>
              <a:t>Harmonics: mf, mf+-2, …; 2mf+-1, 2mf+-3. </a:t>
            </a:r>
            <a:br>
              <a:rPr lang="en-IN" dirty="0"/>
            </a:br>
            <a:r>
              <a:rPr lang="en-IN" dirty="0"/>
              <a:t>Explain how mf gets cancelled when you subtract the 2 legs’ output voltage.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AE2A3-08E5-4C2A-B774-806C202E2B4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59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8A9A3-62DD-4AB9-896F-3A4465337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53E70-07C2-2298-2781-D2408D50F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97446D-5C9C-93F1-C991-EDC2CAA05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Can see the addition of an extra level. Can see that the THD is much better.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E91AC-B559-76BB-452F-79C8328D2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AE2A3-08E5-4C2A-B774-806C202E2B4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874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Probably explain how +00 and 0– make the load see equivalent voltages, but draw different directions of DC current through the midpoint.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AE2A3-08E5-4C2A-B774-806C202E2B4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465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B0D5-FDD8-403D-B7E9-7611FDA9315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1AD-77DD-402D-816E-53A9D4850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369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B0D5-FDD8-403D-B7E9-7611FDA9315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1AD-77DD-402D-816E-53A9D4850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833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B0D5-FDD8-403D-B7E9-7611FDA9315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1AD-77DD-402D-816E-53A9D4850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58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B0D5-FDD8-403D-B7E9-7611FDA9315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1AD-77DD-402D-816E-53A9D4850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092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B0D5-FDD8-403D-B7E9-7611FDA9315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1AD-77DD-402D-816E-53A9D4850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657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B0D5-FDD8-403D-B7E9-7611FDA9315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1AD-77DD-402D-816E-53A9D4850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520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B0D5-FDD8-403D-B7E9-7611FDA9315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1AD-77DD-402D-816E-53A9D4850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691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B0D5-FDD8-403D-B7E9-7611FDA9315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1AD-77DD-402D-816E-53A9D4850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836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B0D5-FDD8-403D-B7E9-7611FDA9315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1AD-77DD-402D-816E-53A9D4850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856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B0D5-FDD8-403D-B7E9-7611FDA9315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1AD-77DD-402D-816E-53A9D4850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421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B0D5-FDD8-403D-B7E9-7611FDA9315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1AD-77DD-402D-816E-53A9D4850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091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B0D5-FDD8-403D-B7E9-7611FDA9315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1AD-77DD-402D-816E-53A9D4850A9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4226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B0D5-FDD8-403D-B7E9-7611FDA9315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1AD-77DD-402D-816E-53A9D4850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235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B0D5-FDD8-403D-B7E9-7611FDA9315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1AD-77DD-402D-816E-53A9D4850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236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B0D5-FDD8-403D-B7E9-7611FDA9315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1AD-77DD-402D-816E-53A9D4850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3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B0D5-FDD8-403D-B7E9-7611FDA9315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1AD-77DD-402D-816E-53A9D4850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65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B0D5-FDD8-403D-B7E9-7611FDA9315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11AD-77DD-402D-816E-53A9D4850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165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FFEB0D5-FDD8-403D-B7E9-7611FDA9315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A11AD-77DD-402D-816E-53A9D4850A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7423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30654-ADB9-0238-F512-CC9EC8F0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1"/>
            <a:ext cx="8652433" cy="3070412"/>
          </a:xfrm>
        </p:spPr>
        <p:txBody>
          <a:bodyPr/>
          <a:lstStyle/>
          <a:p>
            <a:r>
              <a:rPr lang="en-IN" dirty="0"/>
              <a:t>Comparison of different inverter topologies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66478E-B200-1F63-1092-CCC2A747A8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- Amogh G. Okade (EP22B020)</a:t>
            </a:r>
          </a:p>
        </p:txBody>
      </p:sp>
    </p:spTree>
    <p:extLst>
      <p:ext uri="{BB962C8B-B14F-4D97-AF65-F5344CB8AC3E}">
        <p14:creationId xmlns:p14="http://schemas.microsoft.com/office/powerpoint/2010/main" val="144960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6730C-84D7-FB13-D431-21518D7D6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57968"/>
            <a:ext cx="9404723" cy="1400530"/>
          </a:xfrm>
        </p:spPr>
        <p:txBody>
          <a:bodyPr/>
          <a:lstStyle/>
          <a:p>
            <a:r>
              <a:rPr lang="en-IN" dirty="0"/>
              <a:t>What is an inverter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C2484-08F8-330A-F405-B65C2D0AD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653" y="1363891"/>
            <a:ext cx="9245181" cy="4831079"/>
          </a:xfrm>
        </p:spPr>
        <p:txBody>
          <a:bodyPr/>
          <a:lstStyle/>
          <a:p>
            <a:r>
              <a:rPr lang="en-IN" dirty="0"/>
              <a:t>An </a:t>
            </a:r>
            <a:r>
              <a:rPr lang="en-US" dirty="0"/>
              <a:t>inverter is an electronic device that converts direct current (DC) to alternating current (AC).</a:t>
            </a:r>
          </a:p>
          <a:p>
            <a:r>
              <a:rPr lang="en-IN" dirty="0"/>
              <a:t>Applications - </a:t>
            </a:r>
            <a:r>
              <a:rPr lang="en-US" dirty="0"/>
              <a:t>UPS systems, motor drives, electric vehicles, etc.</a:t>
            </a:r>
            <a:br>
              <a:rPr lang="en-US" dirty="0"/>
            </a:br>
            <a:r>
              <a:rPr lang="en-US" dirty="0"/>
              <a:t>Also enable renewable energy systems (like solar) to feed AC loads or the grid.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7BB7EE-C84F-68F9-8864-F4FD3D18D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73" y="3479256"/>
            <a:ext cx="5588091" cy="2957403"/>
          </a:xfrm>
          <a:prstGeom prst="rect">
            <a:avLst/>
          </a:prstGeom>
        </p:spPr>
      </p:pic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0DFCCEC-2846-B8F1-7C47-F329D1B4B9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3950454"/>
              </p:ext>
            </p:extLst>
          </p:nvPr>
        </p:nvGraphicFramePr>
        <p:xfrm>
          <a:off x="5800324" y="3173635"/>
          <a:ext cx="6113770" cy="34160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77672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C893-5255-4784-946F-80C1966E9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09" y="192801"/>
            <a:ext cx="9404723" cy="1400530"/>
          </a:xfrm>
        </p:spPr>
        <p:txBody>
          <a:bodyPr/>
          <a:lstStyle/>
          <a:p>
            <a:r>
              <a:rPr lang="en-IN" dirty="0"/>
              <a:t>Selection of switches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B03A3-6510-ED95-D50F-3364E0D6E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651" y="1168753"/>
            <a:ext cx="8027453" cy="4875431"/>
          </a:xfrm>
        </p:spPr>
        <p:txBody>
          <a:bodyPr/>
          <a:lstStyle/>
          <a:p>
            <a:r>
              <a:rPr lang="en-IN" dirty="0"/>
              <a:t>There are a wide variety of switches available, for different voltage/current ratings and switching frequencies.</a:t>
            </a:r>
          </a:p>
          <a:p>
            <a:r>
              <a:rPr lang="en-IN" dirty="0"/>
              <a:t>Inverter applications: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MOSFETs – low power (100s of Vs), high frequency applications (few MHz)</a:t>
            </a:r>
          </a:p>
          <a:p>
            <a:pPr marL="457200" lvl="1" indent="0">
              <a:buNone/>
            </a:pP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  <a:p>
            <a:pPr marL="457200" lvl="1" indent="0">
              <a:buNone/>
            </a:pPr>
            <a:endParaRPr lang="en-IN" sz="1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IGBTs - high power (few KVs), low frequency applications (up to 50KHz)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7EE8A5-A248-BDEF-F380-AD3A2B560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994" y="2715850"/>
            <a:ext cx="1764792" cy="1590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849701-427C-2956-E442-110404B88E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229" y="1877835"/>
            <a:ext cx="2738271" cy="22514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AEC181-0586-4565-7144-ECB0982E8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9988" y="4785230"/>
            <a:ext cx="1736803" cy="16730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7CE327-4508-E7E5-0329-F698FC9797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049" y="4413769"/>
            <a:ext cx="2770632" cy="225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077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8F7EF-81BF-17C9-C721-3CA0807E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35707"/>
            <a:ext cx="9404723" cy="1400530"/>
          </a:xfrm>
        </p:spPr>
        <p:txBody>
          <a:bodyPr/>
          <a:lstStyle/>
          <a:p>
            <a:r>
              <a:rPr lang="en-IN" dirty="0"/>
              <a:t>Switching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A8D29-FA2B-089C-B9D0-14D9661FD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5014" y="1092739"/>
            <a:ext cx="5449240" cy="5611850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Sine triangle PWM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Space vector PWM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E1F35E-F6AE-E9D3-BABA-D3114B0D8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90179" y="1080113"/>
            <a:ext cx="5278754" cy="5479292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Third harmonic injection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Hysteresis control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Selective harmonic elimination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0DBFD-5487-9F65-AE93-1FA40D009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773" y="1559051"/>
            <a:ext cx="3671316" cy="22607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DE1898-8954-E357-A61B-AA5882955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17" y="4580877"/>
            <a:ext cx="2378355" cy="16285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5509E2-3174-15B4-BEDF-90E4D6D057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444" y="4333186"/>
            <a:ext cx="3546659" cy="23455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37D1DD-496A-EE3E-CC03-8836C8BC82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572" y="1442434"/>
            <a:ext cx="4215967" cy="20764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B63FB5-6E92-D1A5-3B3A-EA36FD3C24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313" y="3982303"/>
            <a:ext cx="3270484" cy="211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089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730BD-3D37-F2BE-6194-F9F5E408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799" y="169254"/>
            <a:ext cx="9404723" cy="1400530"/>
          </a:xfrm>
        </p:spPr>
        <p:txBody>
          <a:bodyPr/>
          <a:lstStyle/>
          <a:p>
            <a:r>
              <a:rPr lang="en-IN" dirty="0"/>
              <a:t>Important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D412C-D7C8-20E6-4629-66B345293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313" y="1038651"/>
            <a:ext cx="10582231" cy="2308053"/>
          </a:xfrm>
        </p:spPr>
        <p:txBody>
          <a:bodyPr>
            <a:normAutofit lnSpcReduction="10000"/>
          </a:bodyPr>
          <a:lstStyle/>
          <a:p>
            <a:r>
              <a:rPr lang="en-IN" dirty="0"/>
              <a:t>Amplitude modulation ratio, m</a:t>
            </a:r>
            <a:r>
              <a:rPr lang="en-IN" sz="2400" baseline="-25000" dirty="0"/>
              <a:t>a</a:t>
            </a:r>
            <a:r>
              <a:rPr lang="en-IN" dirty="0"/>
              <a:t> = </a:t>
            </a:r>
            <a:r>
              <a:rPr lang="en-IN" dirty="0" err="1"/>
              <a:t>V</a:t>
            </a:r>
            <a:r>
              <a:rPr lang="en-IN" sz="2400" baseline="-25000" dirty="0" err="1"/>
              <a:t>modulating</a:t>
            </a:r>
            <a:r>
              <a:rPr lang="en-IN" dirty="0"/>
              <a:t>/</a:t>
            </a:r>
            <a:r>
              <a:rPr lang="en-IN" dirty="0" err="1"/>
              <a:t>V</a:t>
            </a:r>
            <a:r>
              <a:rPr lang="en-IN" sz="2400" baseline="-25000" dirty="0" err="1"/>
              <a:t>carrier</a:t>
            </a:r>
            <a:endParaRPr lang="en-IN" sz="2400" baseline="-25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0 ≤ m</a:t>
            </a:r>
            <a:r>
              <a:rPr lang="en-IN" baseline="-25000" dirty="0"/>
              <a:t>a </a:t>
            </a:r>
            <a:r>
              <a:rPr lang="en-IN" dirty="0"/>
              <a:t>≤ 1</a:t>
            </a:r>
            <a:endParaRPr lang="en-IN" baseline="-25000" dirty="0"/>
          </a:p>
          <a:p>
            <a:r>
              <a:rPr lang="en-IN" dirty="0"/>
              <a:t>Frequency modulation ratio, m</a:t>
            </a:r>
            <a:r>
              <a:rPr lang="en-IN" sz="2400" baseline="-25000" dirty="0"/>
              <a:t>f</a:t>
            </a:r>
            <a:r>
              <a:rPr lang="en-IN" dirty="0"/>
              <a:t> = </a:t>
            </a:r>
            <a:r>
              <a:rPr lang="en-IN" dirty="0" err="1"/>
              <a:t>f</a:t>
            </a:r>
            <a:r>
              <a:rPr lang="en-IN" sz="2400" baseline="-25000" dirty="0" err="1"/>
              <a:t>carrier</a:t>
            </a:r>
            <a:r>
              <a:rPr lang="en-IN" baseline="-25000" dirty="0"/>
              <a:t> </a:t>
            </a:r>
            <a:r>
              <a:rPr lang="en-IN" dirty="0"/>
              <a:t>/</a:t>
            </a:r>
            <a:r>
              <a:rPr lang="en-IN" dirty="0" err="1"/>
              <a:t>f</a:t>
            </a:r>
            <a:r>
              <a:rPr lang="en-IN" sz="2400" baseline="-25000" dirty="0" err="1"/>
              <a:t>modulating</a:t>
            </a:r>
            <a:r>
              <a:rPr lang="en-IN" sz="2400" baseline="-25000" dirty="0"/>
              <a:t> </a:t>
            </a:r>
            <a:r>
              <a:rPr lang="en-IN" sz="2400" dirty="0"/>
              <a:t>= </a:t>
            </a:r>
            <a:r>
              <a:rPr lang="en-IN" dirty="0" err="1"/>
              <a:t>f</a:t>
            </a:r>
            <a:r>
              <a:rPr lang="en-IN" sz="2400" baseline="-25000" dirty="0" err="1"/>
              <a:t>sw</a:t>
            </a:r>
            <a:r>
              <a:rPr lang="en-IN" baseline="-25000" dirty="0"/>
              <a:t> </a:t>
            </a:r>
            <a:r>
              <a:rPr lang="en-IN" dirty="0"/>
              <a:t>/</a:t>
            </a:r>
            <a:r>
              <a:rPr lang="en-IN" dirty="0" err="1"/>
              <a:t>f</a:t>
            </a:r>
            <a:r>
              <a:rPr lang="en-IN" baseline="-25000" dirty="0" err="1"/>
              <a:t>o</a:t>
            </a:r>
            <a:endParaRPr lang="en-IN" sz="2400" baseline="-25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m</a:t>
            </a:r>
            <a:r>
              <a:rPr lang="en-IN" sz="2400" baseline="-25000" dirty="0"/>
              <a:t>f</a:t>
            </a:r>
            <a:r>
              <a:rPr lang="en-IN" dirty="0"/>
              <a:t> -&gt; integer (to avoid sub harmonics)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m</a:t>
            </a:r>
            <a:r>
              <a:rPr lang="en-IN" sz="2400" baseline="-25000" dirty="0"/>
              <a:t>f</a:t>
            </a:r>
            <a:r>
              <a:rPr lang="en-IN" dirty="0"/>
              <a:t> -&gt; odd (preferable for low m</a:t>
            </a:r>
            <a:r>
              <a:rPr lang="en-IN" sz="2400" baseline="-25000" dirty="0"/>
              <a:t>f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For half wave symmetry, or f(</a:t>
            </a:r>
            <a:r>
              <a:rPr lang="en-IN" dirty="0" err="1"/>
              <a:t>t+T</a:t>
            </a:r>
            <a:r>
              <a:rPr lang="en-IN" dirty="0"/>
              <a:t>/2) = -f(t) to eliminate even harmonics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A73F86-84E7-E9AA-BF52-75CA944ED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90" y="3337560"/>
            <a:ext cx="5819710" cy="30639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B7DB8E-216F-BA39-87A9-A23C0DDBD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786" y="3337560"/>
            <a:ext cx="5819710" cy="30639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5FA8FA-31BF-9DFA-0A16-6B37BAB2A7C5}"/>
              </a:ext>
            </a:extLst>
          </p:cNvPr>
          <p:cNvSpPr txBox="1"/>
          <p:nvPr/>
        </p:nvSpPr>
        <p:spPr>
          <a:xfrm>
            <a:off x="2736796" y="6421784"/>
            <a:ext cx="898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</a:t>
            </a:r>
            <a:r>
              <a:rPr lang="en-IN" baseline="-25000" dirty="0"/>
              <a:t>f </a:t>
            </a:r>
            <a:r>
              <a:rPr lang="en-IN" dirty="0"/>
              <a:t> = 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470A36-4F2A-CCC2-0E7D-27C15327310D}"/>
              </a:ext>
            </a:extLst>
          </p:cNvPr>
          <p:cNvSpPr txBox="1"/>
          <p:nvPr/>
        </p:nvSpPr>
        <p:spPr>
          <a:xfrm>
            <a:off x="8639292" y="6401531"/>
            <a:ext cx="898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</a:t>
            </a:r>
            <a:r>
              <a:rPr lang="en-IN" baseline="-25000" dirty="0"/>
              <a:t>f </a:t>
            </a:r>
            <a:r>
              <a:rPr lang="en-IN" dirty="0"/>
              <a:t> = 6</a:t>
            </a:r>
          </a:p>
        </p:txBody>
      </p:sp>
    </p:spTree>
    <p:extLst>
      <p:ext uri="{BB962C8B-B14F-4D97-AF65-F5344CB8AC3E}">
        <p14:creationId xmlns:p14="http://schemas.microsoft.com/office/powerpoint/2010/main" val="262291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44622-7339-3929-5BC0-10DD3D703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11402"/>
            <a:ext cx="9404723" cy="1400530"/>
          </a:xfrm>
        </p:spPr>
        <p:txBody>
          <a:bodyPr/>
          <a:lstStyle/>
          <a:p>
            <a:r>
              <a:rPr lang="en-IN" dirty="0"/>
              <a:t>2 level inverters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DA858-D2DE-05DF-67F2-FC95A20BB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1100348"/>
            <a:ext cx="10707624" cy="2118340"/>
          </a:xfrm>
        </p:spPr>
        <p:txBody>
          <a:bodyPr/>
          <a:lstStyle/>
          <a:p>
            <a:r>
              <a:rPr lang="en-IN" dirty="0" err="1"/>
              <a:t>V</a:t>
            </a:r>
            <a:r>
              <a:rPr lang="en-IN" sz="2400" baseline="-25000" dirty="0" err="1"/>
              <a:t>leg</a:t>
            </a:r>
            <a:r>
              <a:rPr lang="en-IN" dirty="0"/>
              <a:t> = +Vdc/2 or –Vdc/2.</a:t>
            </a:r>
          </a:p>
          <a:p>
            <a:r>
              <a:rPr lang="en-IN" dirty="0"/>
              <a:t># of gate signals = # of legs (aside from their complements).</a:t>
            </a:r>
          </a:p>
          <a:p>
            <a:r>
              <a:rPr lang="en-IN" dirty="0"/>
              <a:t>Simple and robust.</a:t>
            </a:r>
          </a:p>
          <a:p>
            <a:r>
              <a:rPr lang="en-IN" dirty="0"/>
              <a:t>Blocking voltage = Vdc (per device)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B107B2-663D-F0CC-F944-359F5E396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05" y="3094875"/>
            <a:ext cx="3139060" cy="31504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2E5F51-326D-C7AD-51C3-F0D0CF59A9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849" y="3094875"/>
            <a:ext cx="3718229" cy="31504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C1B12A-929B-C356-A215-9788627BA8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196" y="3094876"/>
            <a:ext cx="4534499" cy="31504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2551E31-466C-68D8-F1EE-3A0AB60FBB3B}"/>
              </a:ext>
            </a:extLst>
          </p:cNvPr>
          <p:cNvSpPr txBox="1"/>
          <p:nvPr/>
        </p:nvSpPr>
        <p:spPr>
          <a:xfrm>
            <a:off x="1043696" y="6309360"/>
            <a:ext cx="147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Half-bridge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12C738-B88A-8124-1E9B-8D08E299162D}"/>
              </a:ext>
            </a:extLst>
          </p:cNvPr>
          <p:cNvSpPr txBox="1"/>
          <p:nvPr/>
        </p:nvSpPr>
        <p:spPr>
          <a:xfrm>
            <a:off x="4094455" y="6309360"/>
            <a:ext cx="2506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Full-bridge (1 phase)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FEEC06-AA4D-ADCC-9DB3-5C635695C546}"/>
              </a:ext>
            </a:extLst>
          </p:cNvPr>
          <p:cNvSpPr txBox="1"/>
          <p:nvPr/>
        </p:nvSpPr>
        <p:spPr>
          <a:xfrm>
            <a:off x="9174671" y="6277266"/>
            <a:ext cx="107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3-phase</a:t>
            </a:r>
          </a:p>
        </p:txBody>
      </p:sp>
    </p:spTree>
    <p:extLst>
      <p:ext uri="{BB962C8B-B14F-4D97-AF65-F5344CB8AC3E}">
        <p14:creationId xmlns:p14="http://schemas.microsoft.com/office/powerpoint/2010/main" val="1445419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7CEB9-9D49-237A-1A6A-9E0251FA0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47" y="297270"/>
            <a:ext cx="9604313" cy="1400530"/>
          </a:xfrm>
        </p:spPr>
        <p:txBody>
          <a:bodyPr/>
          <a:lstStyle/>
          <a:p>
            <a:r>
              <a:rPr lang="en-IN" dirty="0"/>
              <a:t>Comparison of waveforms and THDs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3EF034-1648-8223-0CA4-C30414BDA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7" y="1795472"/>
            <a:ext cx="3982022" cy="22827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9564CB-54DD-E55C-3C95-AFF89529B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7" y="4361689"/>
            <a:ext cx="3982022" cy="22077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62CDF5-95DD-6C80-8FA5-9CDC2D9595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384" y="1795472"/>
            <a:ext cx="3977854" cy="22827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6421F2E-7B9B-D409-61D5-610FED0144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4384" y="4361689"/>
            <a:ext cx="3977854" cy="219114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F106934-47C8-9EAF-07A4-E690CE60B5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703" y="1795472"/>
            <a:ext cx="3982024" cy="228275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79B1605-4F03-12A2-15D8-7B4B2D34B9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7873" y="4361688"/>
            <a:ext cx="3977854" cy="220775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7E74E80-7192-1A01-3F15-E5AD603F5F08}"/>
              </a:ext>
            </a:extLst>
          </p:cNvPr>
          <p:cNvSpPr txBox="1"/>
          <p:nvPr/>
        </p:nvSpPr>
        <p:spPr>
          <a:xfrm>
            <a:off x="4840275" y="1284408"/>
            <a:ext cx="2506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Full-bridge (1 phase)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F09DC2-5597-EE55-FF99-459048CD4447}"/>
              </a:ext>
            </a:extLst>
          </p:cNvPr>
          <p:cNvSpPr txBox="1"/>
          <p:nvPr/>
        </p:nvSpPr>
        <p:spPr>
          <a:xfrm>
            <a:off x="1313769" y="1284408"/>
            <a:ext cx="147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Half-bridge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459FC3-0762-57A3-D558-3C20982CBA02}"/>
              </a:ext>
            </a:extLst>
          </p:cNvPr>
          <p:cNvSpPr txBox="1"/>
          <p:nvPr/>
        </p:nvSpPr>
        <p:spPr>
          <a:xfrm>
            <a:off x="9250189" y="1284408"/>
            <a:ext cx="1769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3-phase (V</a:t>
            </a:r>
            <a:r>
              <a:rPr lang="en-IN" sz="2000" baseline="-25000" dirty="0"/>
              <a:t>RY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24138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40BCA-C08E-65C8-0D7B-95897038A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E742E-CC24-9E53-1EAA-691282E00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55" y="179308"/>
            <a:ext cx="10405872" cy="1400530"/>
          </a:xfrm>
        </p:spPr>
        <p:txBody>
          <a:bodyPr/>
          <a:lstStyle/>
          <a:p>
            <a:r>
              <a:rPr lang="en-IN" dirty="0"/>
              <a:t>3 level inverter (Neutral Point Clamped)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D738D-A351-DD6F-8B4E-E56BE1546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46649"/>
            <a:ext cx="10707624" cy="2118340"/>
          </a:xfrm>
        </p:spPr>
        <p:txBody>
          <a:bodyPr/>
          <a:lstStyle/>
          <a:p>
            <a:r>
              <a:rPr lang="en-IN" dirty="0" err="1"/>
              <a:t>V</a:t>
            </a:r>
            <a:r>
              <a:rPr lang="en-IN" sz="2400" baseline="-25000" dirty="0" err="1"/>
              <a:t>leg</a:t>
            </a:r>
            <a:r>
              <a:rPr lang="en-IN" dirty="0"/>
              <a:t> = +Vdc/2, 0 or –Vdc/2.</a:t>
            </a:r>
          </a:p>
          <a:p>
            <a:r>
              <a:rPr lang="en-IN" dirty="0"/>
              <a:t># of gate signals = 2 * # of legs (aside from their complements).</a:t>
            </a:r>
          </a:p>
          <a:p>
            <a:r>
              <a:rPr lang="en-IN" dirty="0"/>
              <a:t>Complex, but better performance (THD). Issues like voltage imbalance.</a:t>
            </a:r>
          </a:p>
          <a:p>
            <a:r>
              <a:rPr lang="en-IN" dirty="0"/>
              <a:t>Blocking voltage = Vdc/2 (per device)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2AE87C-D0A8-2EB0-9547-17BEDE9E2D10}"/>
              </a:ext>
            </a:extLst>
          </p:cNvPr>
          <p:cNvSpPr txBox="1"/>
          <p:nvPr/>
        </p:nvSpPr>
        <p:spPr>
          <a:xfrm>
            <a:off x="791316" y="6379541"/>
            <a:ext cx="147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Half-bridge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F19EBD-A2BB-B20B-3BA6-01F8A2C1DD63}"/>
              </a:ext>
            </a:extLst>
          </p:cNvPr>
          <p:cNvSpPr txBox="1"/>
          <p:nvPr/>
        </p:nvSpPr>
        <p:spPr>
          <a:xfrm>
            <a:off x="3721067" y="6389286"/>
            <a:ext cx="2506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Full-bridge (1 phase)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B99130-10EE-2406-65F8-27C909EA5752}"/>
              </a:ext>
            </a:extLst>
          </p:cNvPr>
          <p:cNvSpPr txBox="1"/>
          <p:nvPr/>
        </p:nvSpPr>
        <p:spPr>
          <a:xfrm>
            <a:off x="9010531" y="6379541"/>
            <a:ext cx="1075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3-phase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F308E8-DEC9-260E-A853-FD20B988A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20" y="2830784"/>
            <a:ext cx="2750070" cy="35487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AE3D4B-D102-C5C3-CFB9-BD010C5C1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264" y="2830784"/>
            <a:ext cx="3845678" cy="35487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E6B96A-655C-04FF-959F-42D4B8AE9D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3803" y="2830784"/>
            <a:ext cx="5009005" cy="354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3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263B3-8A2E-0BA7-7A3B-F553C77C3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AF3E-50AD-35EA-B165-35A6888BD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47" y="297270"/>
            <a:ext cx="9604313" cy="1400530"/>
          </a:xfrm>
        </p:spPr>
        <p:txBody>
          <a:bodyPr/>
          <a:lstStyle/>
          <a:p>
            <a:r>
              <a:rPr lang="en-IN" dirty="0"/>
              <a:t>Comparison of waveforms and THDs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A78D09-AE91-56A1-9E81-D53D4362830B}"/>
              </a:ext>
            </a:extLst>
          </p:cNvPr>
          <p:cNvSpPr txBox="1"/>
          <p:nvPr/>
        </p:nvSpPr>
        <p:spPr>
          <a:xfrm>
            <a:off x="4840275" y="1284408"/>
            <a:ext cx="2506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Full-bridge (1 phase)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E4882C-EB9E-1D20-975D-3F210F2D7589}"/>
              </a:ext>
            </a:extLst>
          </p:cNvPr>
          <p:cNvSpPr txBox="1"/>
          <p:nvPr/>
        </p:nvSpPr>
        <p:spPr>
          <a:xfrm>
            <a:off x="1313769" y="1284408"/>
            <a:ext cx="147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Half-bridge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0D7D3C-B2C5-6D0B-03ED-E7E4AE65FB2C}"/>
              </a:ext>
            </a:extLst>
          </p:cNvPr>
          <p:cNvSpPr txBox="1"/>
          <p:nvPr/>
        </p:nvSpPr>
        <p:spPr>
          <a:xfrm>
            <a:off x="9250189" y="1284408"/>
            <a:ext cx="1769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3-phase (V</a:t>
            </a:r>
            <a:r>
              <a:rPr lang="en-IN" sz="2000" baseline="-25000" dirty="0"/>
              <a:t>RY</a:t>
            </a:r>
            <a:r>
              <a:rPr lang="en-IN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F3F721-6DCC-8B9B-441C-4350F2C02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7" y="1795472"/>
            <a:ext cx="3977854" cy="22827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07EA6A-CDE1-9B2C-D285-DB06C4CFD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5" y="4361688"/>
            <a:ext cx="3991694" cy="21850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FB62AA-4902-C795-FDA5-36F91DADB8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504" y="1795472"/>
            <a:ext cx="3977854" cy="22827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D406BB9-320C-DDD9-395E-78F88AB264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9360" y="4373028"/>
            <a:ext cx="3988260" cy="21737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554804E-1017-92EB-0F0D-5217376174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161" y="1795471"/>
            <a:ext cx="3939795" cy="22827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F21C033-3B2A-9FC7-3175-1FA79C655E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6161" y="4361688"/>
            <a:ext cx="3939795" cy="219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287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F8427-AE5A-2088-E313-826E097A4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86" y="370422"/>
            <a:ext cx="9714041" cy="1400530"/>
          </a:xfrm>
        </p:spPr>
        <p:txBody>
          <a:bodyPr/>
          <a:lstStyle/>
          <a:p>
            <a:r>
              <a:rPr lang="en-IN" dirty="0"/>
              <a:t>Unbalance problem of NPC inverters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C3C42-4A59-362B-3AE1-3A3777395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646" y="1421239"/>
            <a:ext cx="4556827" cy="4888121"/>
          </a:xfrm>
        </p:spPr>
        <p:txBody>
          <a:bodyPr/>
          <a:lstStyle/>
          <a:p>
            <a:r>
              <a:rPr lang="en-IN" dirty="0"/>
              <a:t>Problem: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Input capacitor voltages can drift away from Vdc/2.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When a DC current is being drawn (by the load) out of the midpoint of the DC bus.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Affects THD, high voltages may damage switches.</a:t>
            </a:r>
          </a:p>
          <a:p>
            <a:r>
              <a:rPr lang="en-IN" dirty="0"/>
              <a:t>Solution: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Control strategies to balance the time given to equivalent ‘pivot states’.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External circuits to distribute capacitor charges.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0914BF-CEA1-09F8-83D8-D9F1BCC47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1" y="1255669"/>
            <a:ext cx="6962687" cy="28233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B6E33F-7784-99D8-5E66-1A2009933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4205750"/>
            <a:ext cx="4270247" cy="25168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C51D15-7832-5C96-FAFD-439856129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4519766"/>
            <a:ext cx="2847888" cy="196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40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E42E8-B21E-D5B1-BCB8-5A2EB8EFA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951" y="194791"/>
            <a:ext cx="9404723" cy="1400530"/>
          </a:xfrm>
        </p:spPr>
        <p:txBody>
          <a:bodyPr/>
          <a:lstStyle/>
          <a:p>
            <a:r>
              <a:rPr lang="en-IN" dirty="0"/>
              <a:t>SPWM vs 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B4C61-5B8A-34F3-F23D-60FF3E914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8951" y="1036448"/>
            <a:ext cx="4396341" cy="1286129"/>
          </a:xfrm>
        </p:spPr>
        <p:txBody>
          <a:bodyPr>
            <a:normAutofit/>
          </a:bodyPr>
          <a:lstStyle/>
          <a:p>
            <a:r>
              <a:rPr lang="en-IN" dirty="0"/>
              <a:t>SPWM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Simple, robust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Digital or analog implementations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961F45-BC96-9310-C5DA-2E0CE6F20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61885" y="1036447"/>
            <a:ext cx="5336595" cy="1286130"/>
          </a:xfrm>
        </p:spPr>
        <p:txBody>
          <a:bodyPr>
            <a:normAutofit/>
          </a:bodyPr>
          <a:lstStyle/>
          <a:p>
            <a:r>
              <a:rPr lang="en-IN" dirty="0"/>
              <a:t>SVM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Higher DC bus utilization (cheaper switches)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Slightly lesser THD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BDDD50-3A92-38BA-48A9-CFDB6DC22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49" y="2322577"/>
            <a:ext cx="4430013" cy="21492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963419-C1F8-5BE5-B965-7ECE8AF1A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047" y="2335422"/>
            <a:ext cx="4430013" cy="21227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AECAE5-507F-5DD9-CFFD-C192F01CE4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49" y="4601291"/>
            <a:ext cx="4435692" cy="21207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1A630A-88FB-F26D-729D-5AB8A53DD8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048" y="4599560"/>
            <a:ext cx="4430014" cy="211919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5991A47-E3C2-DF7B-1B93-1E676F6400DF}"/>
              </a:ext>
            </a:extLst>
          </p:cNvPr>
          <p:cNvSpPr txBox="1"/>
          <p:nvPr/>
        </p:nvSpPr>
        <p:spPr>
          <a:xfrm>
            <a:off x="4901185" y="3105834"/>
            <a:ext cx="938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THD = 66.41%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0D5ABB-4B55-B0D2-88DE-D81474B2B1A9}"/>
              </a:ext>
            </a:extLst>
          </p:cNvPr>
          <p:cNvSpPr txBox="1"/>
          <p:nvPr/>
        </p:nvSpPr>
        <p:spPr>
          <a:xfrm>
            <a:off x="4943857" y="5335993"/>
            <a:ext cx="938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THD = 35.81%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2F80B5-4FC2-342A-EADA-C68215270A88}"/>
              </a:ext>
            </a:extLst>
          </p:cNvPr>
          <p:cNvSpPr txBox="1"/>
          <p:nvPr/>
        </p:nvSpPr>
        <p:spPr>
          <a:xfrm>
            <a:off x="10934788" y="3105834"/>
            <a:ext cx="938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THD = 60.51%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6A2DBF-846D-7439-16BF-39E61214262A}"/>
              </a:ext>
            </a:extLst>
          </p:cNvPr>
          <p:cNvSpPr txBox="1"/>
          <p:nvPr/>
        </p:nvSpPr>
        <p:spPr>
          <a:xfrm>
            <a:off x="10977460" y="5335993"/>
            <a:ext cx="938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THD = 28.96%</a:t>
            </a:r>
          </a:p>
        </p:txBody>
      </p:sp>
    </p:spTree>
    <p:extLst>
      <p:ext uri="{BB962C8B-B14F-4D97-AF65-F5344CB8AC3E}">
        <p14:creationId xmlns:p14="http://schemas.microsoft.com/office/powerpoint/2010/main" val="393782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507824-17AD-705F-2177-A72D61B84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60320"/>
            <a:ext cx="12202948" cy="42976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EFA6CD-C67E-C46E-8809-C16D9838C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4226" y="735554"/>
            <a:ext cx="6177279" cy="1209189"/>
          </a:xfrm>
        </p:spPr>
        <p:txBody>
          <a:bodyPr/>
          <a:lstStyle/>
          <a:p>
            <a:pPr algn="ctr"/>
            <a:r>
              <a:rPr lang="en-IN" sz="6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726067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455</TotalTime>
  <Words>679</Words>
  <Application>Microsoft Office PowerPoint</Application>
  <PresentationFormat>Widescreen</PresentationFormat>
  <Paragraphs>110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Ion</vt:lpstr>
      <vt:lpstr>Comparison of different inverter topologies</vt:lpstr>
      <vt:lpstr>What is an inverter</vt:lpstr>
      <vt:lpstr>Selection of switches</vt:lpstr>
      <vt:lpstr>Switching Strategies</vt:lpstr>
      <vt:lpstr>Important Parameters</vt:lpstr>
      <vt:lpstr>2 level inverters</vt:lpstr>
      <vt:lpstr>Comparison of waveforms and THDs</vt:lpstr>
      <vt:lpstr>3 level inverter (Neutral Point Clamped)</vt:lpstr>
      <vt:lpstr>Comparison of waveforms and THDs</vt:lpstr>
      <vt:lpstr>Unbalance problem of NPC inverters</vt:lpstr>
      <vt:lpstr>SPWM vs SVM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Amogh Okade</dc:creator>
  <cp:lastModifiedBy>Amogh Okade</cp:lastModifiedBy>
  <cp:revision>127</cp:revision>
  <dcterms:created xsi:type="dcterms:W3CDTF">2025-11-02T05:56:55Z</dcterms:created>
  <dcterms:modified xsi:type="dcterms:W3CDTF">2025-11-02T19:41:06Z</dcterms:modified>
</cp:coreProperties>
</file>